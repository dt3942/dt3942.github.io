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6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8" r:id="rId5"/>
    <p:sldMasterId id="2147484230" r:id="rId6"/>
    <p:sldMasterId id="2147484183" r:id="rId7"/>
    <p:sldMasterId id="2147484199" r:id="rId8"/>
    <p:sldMasterId id="2147484210" r:id="rId9"/>
    <p:sldMasterId id="2147484098" r:id="rId10"/>
    <p:sldMasterId id="2147484009" r:id="rId11"/>
  </p:sldMasterIdLst>
  <p:notesMasterIdLst>
    <p:notesMasterId r:id="rId16"/>
  </p:notesMasterIdLst>
  <p:handoutMasterIdLst>
    <p:handoutMasterId r:id="rId17"/>
  </p:handoutMasterIdLst>
  <p:sldIdLst>
    <p:sldId id="877" r:id="rId12"/>
    <p:sldId id="1148" r:id="rId13"/>
    <p:sldId id="1149" r:id="rId14"/>
    <p:sldId id="1027" r:id="rId15"/>
  </p:sldIdLst>
  <p:sldSz cx="12188825" cy="6858000"/>
  <p:notesSz cx="7010400" cy="9296400"/>
  <p:custDataLst>
    <p:tags r:id="rId1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60949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121898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8284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24379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3047467" algn="l" defTabSz="1218987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3656960" algn="l" defTabSz="1218987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4266453" algn="l" defTabSz="1218987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4875947" algn="l" defTabSz="1218987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59" userDrawn="1">
          <p15:clr>
            <a:srgbClr val="A4A3A4"/>
          </p15:clr>
        </p15:guide>
        <p15:guide id="3" orient="horz" pos="1656" userDrawn="1">
          <p15:clr>
            <a:srgbClr val="A4A3A4"/>
          </p15:clr>
        </p15:guide>
        <p15:guide id="4" pos="15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nning, Christine" initials="FC" lastIdx="1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3E6"/>
    <a:srgbClr val="FF33CC"/>
    <a:srgbClr val="666666"/>
    <a:srgbClr val="CCCCCC"/>
    <a:srgbClr val="999999"/>
    <a:srgbClr val="DA0000"/>
    <a:srgbClr val="FFCCFF"/>
    <a:srgbClr val="FF99FF"/>
    <a:srgbClr val="FDF2CC"/>
    <a:srgbClr val="F6B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71D92D-895C-2D3C-E1BB-AC51022F7005}" v="33" dt="2023-05-23T18:27:45.723"/>
    <p1510:client id="{1F256BA2-D7EB-3855-0028-129FF33DEBAC}" v="59" dt="2023-06-15T18:32:24.161"/>
    <p1510:client id="{4E44F644-0F65-91BA-E67C-15F1C9149FB0}" v="30" dt="2023-06-12T19:33:05.651"/>
    <p1510:client id="{56DFE415-5F92-C005-8765-F2EE96513878}" v="538" dt="2023-06-08T17:14:47.762"/>
    <p1510:client id="{5DA9CAE3-7514-FDFB-942A-8F21B56BD684}" v="134" dt="2023-05-24T12:04:44.279"/>
    <p1510:client id="{6D51A172-3E27-84B0-A8FA-280CC853DEE1}" v="3" dt="2023-10-05T19:17:29.618"/>
    <p1510:client id="{85EF1C26-3B5F-761B-9C29-09C49EE0ECD2}" v="183" dt="2023-06-12T18:59:02.922"/>
    <p1510:client id="{8F504C91-2543-9431-59F2-EDCF15757BDE}" v="84" dt="2023-06-09T15:03:15.537"/>
    <p1510:client id="{AFE0807B-E95D-C248-837E-71318961A90D}" v="1" dt="2023-06-12T19:42:38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59" autoAdjust="0"/>
  </p:normalViewPr>
  <p:slideViewPr>
    <p:cSldViewPr snapToGrid="0">
      <p:cViewPr varScale="1">
        <p:scale>
          <a:sx n="28" d="100"/>
          <a:sy n="28" d="100"/>
        </p:scale>
        <p:origin x="984" y="38"/>
      </p:cViewPr>
      <p:guideLst>
        <p:guide orient="horz" pos="3360"/>
        <p:guide pos="359"/>
        <p:guide orient="horz" pos="1656"/>
        <p:guide pos="15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2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Master" Target="slideMasters/slideMaster7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6.xml"/><Relationship Id="rId19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fld id="{4C44A8BC-B777-430C-AD58-9008A4E90E46}" type="datetimeFigureOut">
              <a:rPr lang="en-US"/>
              <a:pPr>
                <a:defRPr/>
              </a:pPr>
              <a:t>10/3/2024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fld id="{4ABFCB41-3C28-4159-B61F-F8E5AF1A7B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956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97ABE1A-152E-4D2B-BFD4-19B96461C82C}" type="datetimeFigureOut">
              <a:rPr lang="en-US"/>
              <a:pPr>
                <a:defRPr/>
              </a:pPr>
              <a:t>10/3/2024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442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311E8DB-6A4C-4C83-82CD-75B2E80577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897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FD817B-144E-4496-8C23-977C7BE259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92335" y="0"/>
            <a:ext cx="5484971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3E19B4-84A1-47DD-B01B-CCD8F85664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347" y="1517904"/>
            <a:ext cx="4067767" cy="86868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presentation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26840D-5953-45D6-A00B-7F5EB3E4D1DA}"/>
              </a:ext>
            </a:extLst>
          </p:cNvPr>
          <p:cNvSpPr txBox="1"/>
          <p:nvPr/>
        </p:nvSpPr>
        <p:spPr>
          <a:xfrm>
            <a:off x="6692335" y="1087017"/>
            <a:ext cx="5496490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2799" b="0" kern="1200">
                <a:solidFill>
                  <a:schemeClr val="accent6"/>
                </a:solidFill>
                <a:ea typeface="ＭＳ Ｐゴシック"/>
              </a:rPr>
              <a:t>IMAGE AREA</a:t>
            </a:r>
            <a:br>
              <a:rPr lang="en-US" sz="2799" b="0" kern="1200">
                <a:solidFill>
                  <a:schemeClr val="accent6"/>
                </a:solidFill>
                <a:ea typeface="ＭＳ Ｐゴシック"/>
              </a:rPr>
            </a:br>
            <a:r>
              <a:rPr lang="en-US" sz="2799" b="0" kern="1200">
                <a:solidFill>
                  <a:schemeClr val="accent6"/>
                </a:solidFill>
                <a:ea typeface="ＭＳ Ｐゴシック"/>
              </a:rPr>
              <a:t>7.5” h x 6” w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319E07-9352-4F02-AAEE-A1442A295E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3094" y="2894013"/>
            <a:ext cx="4067703" cy="9890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enter presentation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1CB855-D148-4D9C-B2EB-999FD9DB8A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3347" y="5175504"/>
            <a:ext cx="2961884" cy="51206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Presenter name or location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7FA213-4097-41EC-A6BA-A23FE7291C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432" r="-1" b="3144"/>
          <a:stretch/>
        </p:blipFill>
        <p:spPr>
          <a:xfrm>
            <a:off x="5012732" y="2458906"/>
            <a:ext cx="1688088" cy="4399095"/>
          </a:xfrm>
          <a:prstGeom prst="rect">
            <a:avLst/>
          </a:prstGeom>
        </p:spPr>
      </p:pic>
      <p:sp>
        <p:nvSpPr>
          <p:cNvPr id="11" name="AutoShape 4">
            <a:extLst>
              <a:ext uri="{FF2B5EF4-FFF2-40B4-BE49-F238E27FC236}">
                <a16:creationId xmlns:a16="http://schemas.microsoft.com/office/drawing/2014/main" id="{C462858A-FCAA-4E18-A708-842561456E26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3849798" y="5212080"/>
            <a:ext cx="2841565" cy="164592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F08EA5-4D48-4D48-8228-9A10C78FD24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5442" y="563225"/>
            <a:ext cx="1603262" cy="5158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3865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FD817B-144E-4496-8C23-977C7BE259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91363" y="0"/>
            <a:ext cx="5484971" cy="68580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3E19B4-84A1-47DD-B01B-CCD8F85664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347" y="1517904"/>
            <a:ext cx="4067767" cy="86868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presentation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26840D-5953-45D6-A00B-7F5EB3E4D1DA}"/>
              </a:ext>
            </a:extLst>
          </p:cNvPr>
          <p:cNvSpPr txBox="1"/>
          <p:nvPr/>
        </p:nvSpPr>
        <p:spPr>
          <a:xfrm>
            <a:off x="6692335" y="1087017"/>
            <a:ext cx="5496490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2799" b="0" kern="1200">
                <a:solidFill>
                  <a:schemeClr val="accent6"/>
                </a:solidFill>
                <a:ea typeface="ＭＳ Ｐゴシック"/>
              </a:rPr>
              <a:t>IMAGE AREA</a:t>
            </a:r>
            <a:br>
              <a:rPr lang="en-US" sz="2799" b="0" kern="1200">
                <a:solidFill>
                  <a:schemeClr val="accent6"/>
                </a:solidFill>
                <a:ea typeface="ＭＳ Ｐゴシック"/>
              </a:rPr>
            </a:br>
            <a:r>
              <a:rPr lang="en-US" sz="2799" b="0" kern="1200">
                <a:solidFill>
                  <a:schemeClr val="accent6"/>
                </a:solidFill>
                <a:ea typeface="ＭＳ Ｐゴシック"/>
              </a:rPr>
              <a:t>7.5” h x 6” w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319E07-9352-4F02-AAEE-A1442A295E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3094" y="2894013"/>
            <a:ext cx="4067703" cy="9890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enter presentation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1CB855-D148-4D9C-B2EB-999FD9DB8A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3347" y="5175504"/>
            <a:ext cx="2961884" cy="51206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Presenter name or location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C462858A-FCAA-4E18-A708-842561456E26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3849798" y="5212080"/>
            <a:ext cx="2841565" cy="164592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031F72-9475-4396-AAE5-D1103FE9DDB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42" y="562226"/>
            <a:ext cx="1603262" cy="5178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17054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FD817B-144E-4496-8C23-977C7BE2599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37672" y="-11046"/>
            <a:ext cx="6764798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picture, then apply overlay if desired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3E19B4-84A1-47DD-B01B-CCD8F85664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347" y="1517904"/>
            <a:ext cx="4067767" cy="8686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presentation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319E07-9352-4F02-AAEE-A1442A295E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3094" y="2894013"/>
            <a:ext cx="4067703" cy="9890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enter presentation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1CB855-D148-4D9C-B2EB-999FD9DB8A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3347" y="5175504"/>
            <a:ext cx="2961884" cy="51206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Presenter name or location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84811B-1EE5-4176-A599-720E3587332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42" y="562226"/>
            <a:ext cx="1603262" cy="517886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A1F587-69D3-4CE4-A42B-B5D92C6AB30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5442" y="563225"/>
            <a:ext cx="1603262" cy="515889"/>
          </a:xfrm>
          <a:prstGeom prst="rect">
            <a:avLst/>
          </a:prstGeom>
          <a:noFill/>
        </p:spPr>
      </p:pic>
      <p:sp>
        <p:nvSpPr>
          <p:cNvPr id="11" name="TextBox 10">
            <a:hlinkClick r:id="" action="ppaction://noaction"/>
            <a:extLst>
              <a:ext uri="{FF2B5EF4-FFF2-40B4-BE49-F238E27FC236}">
                <a16:creationId xmlns:a16="http://schemas.microsoft.com/office/drawing/2014/main" id="{88F56622-45AE-4C61-9DD6-0310F9ADD8B1}"/>
              </a:ext>
            </a:extLst>
          </p:cNvPr>
          <p:cNvSpPr txBox="1"/>
          <p:nvPr userDrawn="1"/>
        </p:nvSpPr>
        <p:spPr>
          <a:xfrm>
            <a:off x="5437672" y="1827619"/>
            <a:ext cx="6764798" cy="86151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799">
                <a:solidFill>
                  <a:schemeClr val="accent6"/>
                </a:solidFill>
                <a:ea typeface="ＭＳ Ｐゴシック"/>
              </a:rPr>
              <a:t>IMAGE AREA</a:t>
            </a:r>
            <a:br>
              <a:rPr lang="en-US" sz="2799">
                <a:solidFill>
                  <a:schemeClr val="accent6"/>
                </a:solidFill>
                <a:ea typeface="ＭＳ Ｐゴシック"/>
              </a:rPr>
            </a:br>
            <a:r>
              <a:rPr lang="en-US" sz="2799">
                <a:solidFill>
                  <a:schemeClr val="accent6"/>
                </a:solidFill>
                <a:ea typeface="ＭＳ Ｐゴシック"/>
              </a:rPr>
              <a:t>7.5” h x 7.4”w</a:t>
            </a:r>
            <a:endParaRPr lang="en-US" sz="2799">
              <a:solidFill>
                <a:srgbClr val="FF0000"/>
              </a:solidFill>
              <a:ea typeface="ＭＳ Ｐゴシック"/>
            </a:endParaRPr>
          </a:p>
        </p:txBody>
      </p:sp>
      <p:sp>
        <p:nvSpPr>
          <p:cNvPr id="15" name="TextBox 14">
            <a:hlinkClick r:id="" action="ppaction://noaction"/>
            <a:extLst>
              <a:ext uri="{FF2B5EF4-FFF2-40B4-BE49-F238E27FC236}">
                <a16:creationId xmlns:a16="http://schemas.microsoft.com/office/drawing/2014/main" id="{18E61221-6E84-4BC4-9876-85EB8FFFF5B7}"/>
              </a:ext>
            </a:extLst>
          </p:cNvPr>
          <p:cNvSpPr txBox="1"/>
          <p:nvPr userDrawn="1"/>
        </p:nvSpPr>
        <p:spPr>
          <a:xfrm>
            <a:off x="5835315" y="4527801"/>
            <a:ext cx="5883443" cy="8309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FF0000"/>
                </a:solidFill>
                <a:ea typeface="ＭＳ Ｐゴシック"/>
              </a:rPr>
              <a:t>OPTIONAL: apply Overlay 1 after adding image to place angle graphics over your image. Overlay image and instructions for use are at end of this deck</a:t>
            </a:r>
            <a:endParaRPr lang="en-US" sz="2000">
              <a:solidFill>
                <a:srgbClr val="FF0000"/>
              </a:solidFill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71822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FD817B-144E-4496-8C23-977C7BE2599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37672" y="-11046"/>
            <a:ext cx="6764798" cy="68580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r>
              <a:rPr lang="en-US"/>
              <a:t>Click icon to add picture, then apply overlay if desired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3E19B4-84A1-47DD-B01B-CCD8F85664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347" y="1517904"/>
            <a:ext cx="4067767" cy="86868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presentation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319E07-9352-4F02-AAEE-A1442A295E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3094" y="2894013"/>
            <a:ext cx="4067703" cy="9890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enter presentation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1CB855-D148-4D9C-B2EB-999FD9DB8A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3347" y="5175504"/>
            <a:ext cx="2961884" cy="51206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Presenter name or location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8" name="TextBox 7">
            <a:hlinkClick r:id="" action="ppaction://noaction"/>
            <a:extLst>
              <a:ext uri="{FF2B5EF4-FFF2-40B4-BE49-F238E27FC236}">
                <a16:creationId xmlns:a16="http://schemas.microsoft.com/office/drawing/2014/main" id="{584F1B0C-DEB0-476A-96C8-9E9AABC64221}"/>
              </a:ext>
            </a:extLst>
          </p:cNvPr>
          <p:cNvSpPr txBox="1"/>
          <p:nvPr/>
        </p:nvSpPr>
        <p:spPr>
          <a:xfrm>
            <a:off x="5424027" y="1828800"/>
            <a:ext cx="6764798" cy="86151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799">
                <a:solidFill>
                  <a:schemeClr val="accent6"/>
                </a:solidFill>
                <a:ea typeface="ＭＳ Ｐゴシック"/>
              </a:rPr>
              <a:t>IMAGE AREA</a:t>
            </a:r>
            <a:br>
              <a:rPr lang="en-US" sz="2799">
                <a:solidFill>
                  <a:schemeClr val="accent6"/>
                </a:solidFill>
                <a:ea typeface="ＭＳ Ｐゴシック"/>
              </a:rPr>
            </a:br>
            <a:r>
              <a:rPr lang="en-US" sz="2799">
                <a:solidFill>
                  <a:schemeClr val="accent6"/>
                </a:solidFill>
                <a:ea typeface="ＭＳ Ｐゴシック"/>
              </a:rPr>
              <a:t>7.5” h x 7.4”w</a:t>
            </a:r>
            <a:endParaRPr lang="en-US" sz="2799">
              <a:solidFill>
                <a:srgbClr val="FF0000"/>
              </a:solidFill>
              <a:ea typeface="ＭＳ Ｐゴシック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84811B-1EE5-4176-A599-720E3587332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42" y="562226"/>
            <a:ext cx="1603262" cy="517886"/>
          </a:xfrm>
          <a:prstGeom prst="rect">
            <a:avLst/>
          </a:prstGeom>
          <a:noFill/>
        </p:spPr>
      </p:pic>
      <p:sp>
        <p:nvSpPr>
          <p:cNvPr id="9" name="TextBox 8">
            <a:hlinkClick r:id="" action="ppaction://noaction"/>
            <a:extLst>
              <a:ext uri="{FF2B5EF4-FFF2-40B4-BE49-F238E27FC236}">
                <a16:creationId xmlns:a16="http://schemas.microsoft.com/office/drawing/2014/main" id="{022D3181-B0D7-4035-A277-2658C5CD9C80}"/>
              </a:ext>
            </a:extLst>
          </p:cNvPr>
          <p:cNvSpPr txBox="1"/>
          <p:nvPr userDrawn="1"/>
        </p:nvSpPr>
        <p:spPr>
          <a:xfrm>
            <a:off x="5835315" y="4527801"/>
            <a:ext cx="5883443" cy="8309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FF0000"/>
                </a:solidFill>
                <a:ea typeface="ＭＳ Ｐゴシック"/>
              </a:rPr>
              <a:t>OPTIONAL: apply Overlay 1 after adding image to place angle graphics over your image. Overlay image and instructions for use are at end of this deck</a:t>
            </a:r>
            <a:endParaRPr lang="en-US" sz="2000">
              <a:solidFill>
                <a:srgbClr val="FF0000"/>
              </a:solidFill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64124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19B4-84A1-47DD-B01B-CCD8F85664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345" y="1517904"/>
            <a:ext cx="7148746" cy="86868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presentation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319E07-9352-4F02-AAEE-A1442A295E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3092" y="2697480"/>
            <a:ext cx="7148746" cy="932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enter presentation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1CB855-D148-4D9C-B2EB-999FD9DB8A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3347" y="5175504"/>
            <a:ext cx="2961884" cy="51206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Presenter name or location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F08EA5-4D48-4D48-8228-9A10C78FD24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5442" y="563225"/>
            <a:ext cx="1603262" cy="515889"/>
          </a:xfrm>
          <a:prstGeom prst="rect">
            <a:avLst/>
          </a:prstGeom>
          <a:noFill/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7AD1C1C-A3A9-4D31-8E6C-2418DF14BD78}"/>
              </a:ext>
            </a:extLst>
          </p:cNvPr>
          <p:cNvSpPr txBox="1">
            <a:spLocks/>
          </p:cNvSpPr>
          <p:nvPr userDrawn="1"/>
        </p:nvSpPr>
        <p:spPr>
          <a:xfrm>
            <a:off x="10921623" y="6314298"/>
            <a:ext cx="1054189" cy="366183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 baseline="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044E51-BF79-AF42-BAC5-B771B1D9D8E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pPr marL="0" marR="0" lvl="0" indent="0" algn="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14779F-B41E-4191-B887-C19504DE9408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5442" y="563225"/>
            <a:ext cx="1603262" cy="515889"/>
          </a:xfrm>
          <a:prstGeom prst="rect">
            <a:avLst/>
          </a:prstGeom>
          <a:noFill/>
        </p:spPr>
      </p:pic>
      <p:sp>
        <p:nvSpPr>
          <p:cNvPr id="11" name="AutoShape 4">
            <a:extLst>
              <a:ext uri="{FF2B5EF4-FFF2-40B4-BE49-F238E27FC236}">
                <a16:creationId xmlns:a16="http://schemas.microsoft.com/office/drawing/2014/main" id="{AAAFA79D-0CD4-4ED4-841D-71409F0CB991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5068058" y="4403761"/>
            <a:ext cx="4237073" cy="245424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12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MS PGothic" pitchFamily="34" charset="-12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FC1639-CF78-4C0D-BF70-E0AD93858952}"/>
              </a:ext>
            </a:extLst>
          </p:cNvPr>
          <p:cNvSpPr/>
          <p:nvPr userDrawn="1"/>
        </p:nvSpPr>
        <p:spPr>
          <a:xfrm>
            <a:off x="9305131" y="0"/>
            <a:ext cx="2880519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/>
        </p:spPr>
        <p:txBody>
          <a:bodyPr lIns="121867" tIns="0" rIns="121867" bIns="0" rtlCol="0" anchor="ctr"/>
          <a:lstStyle/>
          <a:p>
            <a:pPr marL="0" marR="0" lvl="0" indent="0" algn="ctr" defTabSz="914126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charset="0"/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1C9D0D1B-1556-45DE-8E62-58DF6823BCE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293261" y="5189519"/>
            <a:ext cx="2880517" cy="1668482"/>
          </a:xfrm>
          <a:prstGeom prst="rtTriangle">
            <a:avLst/>
          </a:prstGeom>
          <a:solidFill>
            <a:srgbClr val="666666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ea typeface="MS PGothic" pitchFamily="34" charset="-128"/>
            </a:endParaRP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A9089262-F6A2-4435-9664-EDC788B685C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V="1">
            <a:off x="9305130" y="1477258"/>
            <a:ext cx="2880519" cy="1668483"/>
          </a:xfrm>
          <a:prstGeom prst="rtTriangle">
            <a:avLst/>
          </a:prstGeom>
          <a:solidFill>
            <a:srgbClr val="CCCCCC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ea typeface="MS PGothic" pitchFamily="34" charset="-12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C51C97-1B13-4560-8381-70F9ADDDF195}"/>
              </a:ext>
            </a:extLst>
          </p:cNvPr>
          <p:cNvSpPr/>
          <p:nvPr userDrawn="1"/>
        </p:nvSpPr>
        <p:spPr>
          <a:xfrm>
            <a:off x="9305130" y="1"/>
            <a:ext cx="2880519" cy="1476651"/>
          </a:xfrm>
          <a:prstGeom prst="rect">
            <a:avLst/>
          </a:prstGeom>
          <a:solidFill>
            <a:srgbClr val="CCCCCC"/>
          </a:solidFill>
          <a:ln w="9525" cap="flat" cmpd="sng" algn="ctr">
            <a:noFill/>
            <a:prstDash val="solid"/>
          </a:ln>
          <a:effectLst/>
        </p:spPr>
        <p:txBody>
          <a:bodyPr lIns="121867" tIns="0" rIns="121867" bIns="0" rtlCol="0" anchor="ctr"/>
          <a:lstStyle/>
          <a:p>
            <a:pPr marL="0" marR="0" lvl="0" indent="0" algn="ctr" defTabSz="914126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070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19B4-84A1-47DD-B01B-CCD8F85664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345" y="1517904"/>
            <a:ext cx="7733809" cy="8321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presentation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319E07-9352-4F02-AAEE-A1442A295E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3092" y="2798064"/>
            <a:ext cx="7733809" cy="1225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enter presentation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1CB855-D148-4D9C-B2EB-999FD9DB8A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3092" y="5568696"/>
            <a:ext cx="2961884" cy="51206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Presenter name or location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2F76E4-BB15-4ADE-AABC-2B313BBC43D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42" y="562226"/>
            <a:ext cx="1603262" cy="517886"/>
          </a:xfrm>
          <a:prstGeom prst="rect">
            <a:avLst/>
          </a:prstGeom>
          <a:noFill/>
        </p:spPr>
      </p:pic>
      <p:sp>
        <p:nvSpPr>
          <p:cNvPr id="9" name="Parallelogram 1">
            <a:extLst>
              <a:ext uri="{FF2B5EF4-FFF2-40B4-BE49-F238E27FC236}">
                <a16:creationId xmlns:a16="http://schemas.microsoft.com/office/drawing/2014/main" id="{BF0C7808-B700-4322-BC29-49ED8C337F0E}"/>
              </a:ext>
            </a:extLst>
          </p:cNvPr>
          <p:cNvSpPr/>
          <p:nvPr userDrawn="1"/>
        </p:nvSpPr>
        <p:spPr>
          <a:xfrm flipH="1" flipV="1">
            <a:off x="10281372" y="437167"/>
            <a:ext cx="1904279" cy="3681663"/>
          </a:xfrm>
          <a:custGeom>
            <a:avLst/>
            <a:gdLst>
              <a:gd name="connsiteX0" fmla="*/ 0 w 2286000"/>
              <a:gd name="connsiteY0" fmla="*/ 2454442 h 2454442"/>
              <a:gd name="connsiteX1" fmla="*/ 571500 w 2286000"/>
              <a:gd name="connsiteY1" fmla="*/ 0 h 2454442"/>
              <a:gd name="connsiteX2" fmla="*/ 2286000 w 2286000"/>
              <a:gd name="connsiteY2" fmla="*/ 0 h 2454442"/>
              <a:gd name="connsiteX3" fmla="*/ 1714500 w 2286000"/>
              <a:gd name="connsiteY3" fmla="*/ 2454442 h 2454442"/>
              <a:gd name="connsiteX4" fmla="*/ 0 w 2286000"/>
              <a:gd name="connsiteY4" fmla="*/ 2454442 h 2454442"/>
              <a:gd name="connsiteX0" fmla="*/ 0 w 3579395"/>
              <a:gd name="connsiteY0" fmla="*/ 2454442 h 2454442"/>
              <a:gd name="connsiteX1" fmla="*/ 571500 w 3579395"/>
              <a:gd name="connsiteY1" fmla="*/ 0 h 2454442"/>
              <a:gd name="connsiteX2" fmla="*/ 2286000 w 3579395"/>
              <a:gd name="connsiteY2" fmla="*/ 0 h 2454442"/>
              <a:gd name="connsiteX3" fmla="*/ 3579395 w 3579395"/>
              <a:gd name="connsiteY3" fmla="*/ 1648326 h 2454442"/>
              <a:gd name="connsiteX4" fmla="*/ 0 w 3579395"/>
              <a:gd name="connsiteY4" fmla="*/ 2454442 h 2454442"/>
              <a:gd name="connsiteX0" fmla="*/ 0 w 3579395"/>
              <a:gd name="connsiteY0" fmla="*/ 3200400 h 3200400"/>
              <a:gd name="connsiteX1" fmla="*/ 571500 w 3579395"/>
              <a:gd name="connsiteY1" fmla="*/ 745958 h 3200400"/>
              <a:gd name="connsiteX2" fmla="*/ 3537284 w 3579395"/>
              <a:gd name="connsiteY2" fmla="*/ 0 h 3200400"/>
              <a:gd name="connsiteX3" fmla="*/ 3579395 w 3579395"/>
              <a:gd name="connsiteY3" fmla="*/ 2394284 h 3200400"/>
              <a:gd name="connsiteX4" fmla="*/ 0 w 3579395"/>
              <a:gd name="connsiteY4" fmla="*/ 3200400 h 3200400"/>
              <a:gd name="connsiteX0" fmla="*/ 0 w 3639553"/>
              <a:gd name="connsiteY0" fmla="*/ 3200400 h 3200400"/>
              <a:gd name="connsiteX1" fmla="*/ 571500 w 3639553"/>
              <a:gd name="connsiteY1" fmla="*/ 745958 h 3200400"/>
              <a:gd name="connsiteX2" fmla="*/ 3537284 w 3639553"/>
              <a:gd name="connsiteY2" fmla="*/ 0 h 3200400"/>
              <a:gd name="connsiteX3" fmla="*/ 3639553 w 3639553"/>
              <a:gd name="connsiteY3" fmla="*/ 2406316 h 3200400"/>
              <a:gd name="connsiteX4" fmla="*/ 0 w 3639553"/>
              <a:gd name="connsiteY4" fmla="*/ 3200400 h 3200400"/>
              <a:gd name="connsiteX0" fmla="*/ 0 w 3639553"/>
              <a:gd name="connsiteY0" fmla="*/ 3200400 h 3200400"/>
              <a:gd name="connsiteX1" fmla="*/ 571500 w 3639553"/>
              <a:gd name="connsiteY1" fmla="*/ 745958 h 3200400"/>
              <a:gd name="connsiteX2" fmla="*/ 3609473 w 3639553"/>
              <a:gd name="connsiteY2" fmla="*/ 0 h 3200400"/>
              <a:gd name="connsiteX3" fmla="*/ 3639553 w 3639553"/>
              <a:gd name="connsiteY3" fmla="*/ 2406316 h 3200400"/>
              <a:gd name="connsiteX4" fmla="*/ 0 w 3639553"/>
              <a:gd name="connsiteY4" fmla="*/ 3200400 h 3200400"/>
              <a:gd name="connsiteX0" fmla="*/ 1221206 w 3068053"/>
              <a:gd name="connsiteY0" fmla="*/ 3392905 h 3392905"/>
              <a:gd name="connsiteX1" fmla="*/ 0 w 3068053"/>
              <a:gd name="connsiteY1" fmla="*/ 745958 h 3392905"/>
              <a:gd name="connsiteX2" fmla="*/ 3037973 w 3068053"/>
              <a:gd name="connsiteY2" fmla="*/ 0 h 3392905"/>
              <a:gd name="connsiteX3" fmla="*/ 3068053 w 3068053"/>
              <a:gd name="connsiteY3" fmla="*/ 2406316 h 3392905"/>
              <a:gd name="connsiteX4" fmla="*/ 1221206 w 3068053"/>
              <a:gd name="connsiteY4" fmla="*/ 3392905 h 3392905"/>
              <a:gd name="connsiteX0" fmla="*/ 0 w 1846847"/>
              <a:gd name="connsiteY0" fmla="*/ 3392905 h 3392905"/>
              <a:gd name="connsiteX1" fmla="*/ 6015 w 1846847"/>
              <a:gd name="connsiteY1" fmla="*/ 1130969 h 3392905"/>
              <a:gd name="connsiteX2" fmla="*/ 1816767 w 1846847"/>
              <a:gd name="connsiteY2" fmla="*/ 0 h 3392905"/>
              <a:gd name="connsiteX3" fmla="*/ 1846847 w 1846847"/>
              <a:gd name="connsiteY3" fmla="*/ 2406316 h 3392905"/>
              <a:gd name="connsiteX4" fmla="*/ 0 w 1846847"/>
              <a:gd name="connsiteY4" fmla="*/ 3392905 h 3392905"/>
              <a:gd name="connsiteX0" fmla="*/ 0 w 1846847"/>
              <a:gd name="connsiteY0" fmla="*/ 3392905 h 3392905"/>
              <a:gd name="connsiteX1" fmla="*/ 6015 w 1846847"/>
              <a:gd name="connsiteY1" fmla="*/ 1082843 h 3392905"/>
              <a:gd name="connsiteX2" fmla="*/ 1816767 w 1846847"/>
              <a:gd name="connsiteY2" fmla="*/ 0 h 3392905"/>
              <a:gd name="connsiteX3" fmla="*/ 1846847 w 1846847"/>
              <a:gd name="connsiteY3" fmla="*/ 2406316 h 3392905"/>
              <a:gd name="connsiteX4" fmla="*/ 0 w 1846847"/>
              <a:gd name="connsiteY4" fmla="*/ 3392905 h 3392905"/>
              <a:gd name="connsiteX0" fmla="*/ 0 w 1846847"/>
              <a:gd name="connsiteY0" fmla="*/ 3392905 h 3392905"/>
              <a:gd name="connsiteX1" fmla="*/ 6015 w 1846847"/>
              <a:gd name="connsiteY1" fmla="*/ 1082843 h 3392905"/>
              <a:gd name="connsiteX2" fmla="*/ 1816767 w 1846847"/>
              <a:gd name="connsiteY2" fmla="*/ 0 h 3392905"/>
              <a:gd name="connsiteX3" fmla="*/ 1846847 w 1846847"/>
              <a:gd name="connsiteY3" fmla="*/ 2406316 h 3392905"/>
              <a:gd name="connsiteX4" fmla="*/ 0 w 1846847"/>
              <a:gd name="connsiteY4" fmla="*/ 3392905 h 3392905"/>
              <a:gd name="connsiteX0" fmla="*/ 15649 w 1840832"/>
              <a:gd name="connsiteY0" fmla="*/ 3459650 h 3459650"/>
              <a:gd name="connsiteX1" fmla="*/ 0 w 1840832"/>
              <a:gd name="connsiteY1" fmla="*/ 1082843 h 3459650"/>
              <a:gd name="connsiteX2" fmla="*/ 1810752 w 1840832"/>
              <a:gd name="connsiteY2" fmla="*/ 0 h 3459650"/>
              <a:gd name="connsiteX3" fmla="*/ 1840832 w 1840832"/>
              <a:gd name="connsiteY3" fmla="*/ 2406316 h 3459650"/>
              <a:gd name="connsiteX4" fmla="*/ 15649 w 1840832"/>
              <a:gd name="connsiteY4" fmla="*/ 3459650 h 3459650"/>
              <a:gd name="connsiteX0" fmla="*/ 27494 w 1840832"/>
              <a:gd name="connsiteY0" fmla="*/ 3437401 h 3437401"/>
              <a:gd name="connsiteX1" fmla="*/ 0 w 1840832"/>
              <a:gd name="connsiteY1" fmla="*/ 1082843 h 3437401"/>
              <a:gd name="connsiteX2" fmla="*/ 1810752 w 1840832"/>
              <a:gd name="connsiteY2" fmla="*/ 0 h 3437401"/>
              <a:gd name="connsiteX3" fmla="*/ 1840832 w 1840832"/>
              <a:gd name="connsiteY3" fmla="*/ 2406316 h 3437401"/>
              <a:gd name="connsiteX4" fmla="*/ 27494 w 1840832"/>
              <a:gd name="connsiteY4" fmla="*/ 3437401 h 3437401"/>
              <a:gd name="connsiteX0" fmla="*/ 3804 w 1840832"/>
              <a:gd name="connsiteY0" fmla="*/ 3437401 h 3437401"/>
              <a:gd name="connsiteX1" fmla="*/ 0 w 1840832"/>
              <a:gd name="connsiteY1" fmla="*/ 1082843 h 3437401"/>
              <a:gd name="connsiteX2" fmla="*/ 1810752 w 1840832"/>
              <a:gd name="connsiteY2" fmla="*/ 0 h 3437401"/>
              <a:gd name="connsiteX3" fmla="*/ 1840832 w 1840832"/>
              <a:gd name="connsiteY3" fmla="*/ 2406316 h 3437401"/>
              <a:gd name="connsiteX4" fmla="*/ 3804 w 1840832"/>
              <a:gd name="connsiteY4" fmla="*/ 3437401 h 3437401"/>
              <a:gd name="connsiteX0" fmla="*/ 3804 w 1840832"/>
              <a:gd name="connsiteY0" fmla="*/ 3470774 h 3470774"/>
              <a:gd name="connsiteX1" fmla="*/ 0 w 1840832"/>
              <a:gd name="connsiteY1" fmla="*/ 1116216 h 3470774"/>
              <a:gd name="connsiteX2" fmla="*/ 1810752 w 1840832"/>
              <a:gd name="connsiteY2" fmla="*/ 0 h 3470774"/>
              <a:gd name="connsiteX3" fmla="*/ 1840832 w 1840832"/>
              <a:gd name="connsiteY3" fmla="*/ 2439689 h 3470774"/>
              <a:gd name="connsiteX4" fmla="*/ 3804 w 1840832"/>
              <a:gd name="connsiteY4" fmla="*/ 3470774 h 3470774"/>
              <a:gd name="connsiteX0" fmla="*/ 0 w 1837028"/>
              <a:gd name="connsiteY0" fmla="*/ 3470774 h 3470774"/>
              <a:gd name="connsiteX1" fmla="*/ 8040 w 1837028"/>
              <a:gd name="connsiteY1" fmla="*/ 1082843 h 3470774"/>
              <a:gd name="connsiteX2" fmla="*/ 1806948 w 1837028"/>
              <a:gd name="connsiteY2" fmla="*/ 0 h 3470774"/>
              <a:gd name="connsiteX3" fmla="*/ 1837028 w 1837028"/>
              <a:gd name="connsiteY3" fmla="*/ 2439689 h 3470774"/>
              <a:gd name="connsiteX4" fmla="*/ 0 w 1837028"/>
              <a:gd name="connsiteY4" fmla="*/ 3470774 h 3470774"/>
              <a:gd name="connsiteX0" fmla="*/ 0 w 1866172"/>
              <a:gd name="connsiteY0" fmla="*/ 3404028 h 3404028"/>
              <a:gd name="connsiteX1" fmla="*/ 8040 w 1866172"/>
              <a:gd name="connsiteY1" fmla="*/ 1016097 h 3404028"/>
              <a:gd name="connsiteX2" fmla="*/ 1866172 w 1866172"/>
              <a:gd name="connsiteY2" fmla="*/ 0 h 3404028"/>
              <a:gd name="connsiteX3" fmla="*/ 1837028 w 1866172"/>
              <a:gd name="connsiteY3" fmla="*/ 2372943 h 3404028"/>
              <a:gd name="connsiteX4" fmla="*/ 0 w 1866172"/>
              <a:gd name="connsiteY4" fmla="*/ 3404028 h 3404028"/>
              <a:gd name="connsiteX0" fmla="*/ 0 w 1866172"/>
              <a:gd name="connsiteY0" fmla="*/ 3404028 h 3404028"/>
              <a:gd name="connsiteX1" fmla="*/ 19886 w 1866172"/>
              <a:gd name="connsiteY1" fmla="*/ 982724 h 3404028"/>
              <a:gd name="connsiteX2" fmla="*/ 1866172 w 1866172"/>
              <a:gd name="connsiteY2" fmla="*/ 0 h 3404028"/>
              <a:gd name="connsiteX3" fmla="*/ 1837028 w 1866172"/>
              <a:gd name="connsiteY3" fmla="*/ 2372943 h 3404028"/>
              <a:gd name="connsiteX4" fmla="*/ 0 w 1866172"/>
              <a:gd name="connsiteY4" fmla="*/ 3404028 h 3404028"/>
              <a:gd name="connsiteX0" fmla="*/ 0 w 1866172"/>
              <a:gd name="connsiteY0" fmla="*/ 3404028 h 3404028"/>
              <a:gd name="connsiteX1" fmla="*/ 19886 w 1866172"/>
              <a:gd name="connsiteY1" fmla="*/ 982724 h 3404028"/>
              <a:gd name="connsiteX2" fmla="*/ 1866172 w 1866172"/>
              <a:gd name="connsiteY2" fmla="*/ 0 h 3404028"/>
              <a:gd name="connsiteX3" fmla="*/ 1837028 w 1866172"/>
              <a:gd name="connsiteY3" fmla="*/ 2384067 h 3404028"/>
              <a:gd name="connsiteX4" fmla="*/ 0 w 1866172"/>
              <a:gd name="connsiteY4" fmla="*/ 3404028 h 3404028"/>
              <a:gd name="connsiteX0" fmla="*/ 0 w 1866172"/>
              <a:gd name="connsiteY0" fmla="*/ 3404028 h 3404028"/>
              <a:gd name="connsiteX1" fmla="*/ 19886 w 1866172"/>
              <a:gd name="connsiteY1" fmla="*/ 982724 h 3404028"/>
              <a:gd name="connsiteX2" fmla="*/ 1866172 w 1866172"/>
              <a:gd name="connsiteY2" fmla="*/ 0 h 3404028"/>
              <a:gd name="connsiteX3" fmla="*/ 1860719 w 1866172"/>
              <a:gd name="connsiteY3" fmla="*/ 2384067 h 3404028"/>
              <a:gd name="connsiteX4" fmla="*/ 0 w 1866172"/>
              <a:gd name="connsiteY4" fmla="*/ 3404028 h 3404028"/>
              <a:gd name="connsiteX0" fmla="*/ 0 w 1866172"/>
              <a:gd name="connsiteY0" fmla="*/ 3404028 h 3404028"/>
              <a:gd name="connsiteX1" fmla="*/ 8040 w 1866172"/>
              <a:gd name="connsiteY1" fmla="*/ 993848 h 3404028"/>
              <a:gd name="connsiteX2" fmla="*/ 1866172 w 1866172"/>
              <a:gd name="connsiteY2" fmla="*/ 0 h 3404028"/>
              <a:gd name="connsiteX3" fmla="*/ 1860719 w 1866172"/>
              <a:gd name="connsiteY3" fmla="*/ 2384067 h 3404028"/>
              <a:gd name="connsiteX4" fmla="*/ 0 w 1866172"/>
              <a:gd name="connsiteY4" fmla="*/ 3404028 h 3404028"/>
              <a:gd name="connsiteX0" fmla="*/ 15650 w 1881822"/>
              <a:gd name="connsiteY0" fmla="*/ 3404028 h 3404028"/>
              <a:gd name="connsiteX1" fmla="*/ 0 w 1881822"/>
              <a:gd name="connsiteY1" fmla="*/ 1004973 h 3404028"/>
              <a:gd name="connsiteX2" fmla="*/ 1881822 w 1881822"/>
              <a:gd name="connsiteY2" fmla="*/ 0 h 3404028"/>
              <a:gd name="connsiteX3" fmla="*/ 1876369 w 1881822"/>
              <a:gd name="connsiteY3" fmla="*/ 2384067 h 3404028"/>
              <a:gd name="connsiteX4" fmla="*/ 15650 w 1881822"/>
              <a:gd name="connsiteY4" fmla="*/ 3404028 h 3404028"/>
              <a:gd name="connsiteX0" fmla="*/ 15650 w 1888435"/>
              <a:gd name="connsiteY0" fmla="*/ 3404028 h 3404028"/>
              <a:gd name="connsiteX1" fmla="*/ 0 w 1888435"/>
              <a:gd name="connsiteY1" fmla="*/ 1004973 h 3404028"/>
              <a:gd name="connsiteX2" fmla="*/ 1881822 w 1888435"/>
              <a:gd name="connsiteY2" fmla="*/ 0 h 3404028"/>
              <a:gd name="connsiteX3" fmla="*/ 1888214 w 1888435"/>
              <a:gd name="connsiteY3" fmla="*/ 2384067 h 3404028"/>
              <a:gd name="connsiteX4" fmla="*/ 15650 w 1888435"/>
              <a:gd name="connsiteY4" fmla="*/ 3404028 h 3404028"/>
              <a:gd name="connsiteX0" fmla="*/ 3806 w 1876591"/>
              <a:gd name="connsiteY0" fmla="*/ 3404028 h 3404028"/>
              <a:gd name="connsiteX1" fmla="*/ 0 w 1876591"/>
              <a:gd name="connsiteY1" fmla="*/ 1004973 h 3404028"/>
              <a:gd name="connsiteX2" fmla="*/ 1869978 w 1876591"/>
              <a:gd name="connsiteY2" fmla="*/ 0 h 3404028"/>
              <a:gd name="connsiteX3" fmla="*/ 1876370 w 1876591"/>
              <a:gd name="connsiteY3" fmla="*/ 2384067 h 3404028"/>
              <a:gd name="connsiteX4" fmla="*/ 3806 w 1876591"/>
              <a:gd name="connsiteY4" fmla="*/ 3404028 h 3404028"/>
              <a:gd name="connsiteX0" fmla="*/ 0 w 1872785"/>
              <a:gd name="connsiteY0" fmla="*/ 3404028 h 3404028"/>
              <a:gd name="connsiteX1" fmla="*/ 8039 w 1872785"/>
              <a:gd name="connsiteY1" fmla="*/ 1004973 h 3404028"/>
              <a:gd name="connsiteX2" fmla="*/ 1866172 w 1872785"/>
              <a:gd name="connsiteY2" fmla="*/ 0 h 3404028"/>
              <a:gd name="connsiteX3" fmla="*/ 1872564 w 1872785"/>
              <a:gd name="connsiteY3" fmla="*/ 2384067 h 3404028"/>
              <a:gd name="connsiteX4" fmla="*/ 0 w 1872785"/>
              <a:gd name="connsiteY4" fmla="*/ 3404028 h 3404028"/>
              <a:gd name="connsiteX0" fmla="*/ 0 w 1872947"/>
              <a:gd name="connsiteY0" fmla="*/ 3404028 h 3404028"/>
              <a:gd name="connsiteX1" fmla="*/ 8039 w 1872947"/>
              <a:gd name="connsiteY1" fmla="*/ 1004973 h 3404028"/>
              <a:gd name="connsiteX2" fmla="*/ 1870860 w 1872947"/>
              <a:gd name="connsiteY2" fmla="*/ 0 h 3404028"/>
              <a:gd name="connsiteX3" fmla="*/ 1872564 w 1872947"/>
              <a:gd name="connsiteY3" fmla="*/ 2384067 h 3404028"/>
              <a:gd name="connsiteX4" fmla="*/ 0 w 1872947"/>
              <a:gd name="connsiteY4" fmla="*/ 3404028 h 3404028"/>
              <a:gd name="connsiteX0" fmla="*/ 1338 w 1874285"/>
              <a:gd name="connsiteY0" fmla="*/ 3404028 h 3404028"/>
              <a:gd name="connsiteX1" fmla="*/ 0 w 1874285"/>
              <a:gd name="connsiteY1" fmla="*/ 1004973 h 3404028"/>
              <a:gd name="connsiteX2" fmla="*/ 1872198 w 1874285"/>
              <a:gd name="connsiteY2" fmla="*/ 0 h 3404028"/>
              <a:gd name="connsiteX3" fmla="*/ 1873902 w 1874285"/>
              <a:gd name="connsiteY3" fmla="*/ 2384067 h 3404028"/>
              <a:gd name="connsiteX4" fmla="*/ 1338 w 1874285"/>
              <a:gd name="connsiteY4" fmla="*/ 3404028 h 3404028"/>
              <a:gd name="connsiteX0" fmla="*/ 10715 w 1883662"/>
              <a:gd name="connsiteY0" fmla="*/ 3404028 h 3404028"/>
              <a:gd name="connsiteX1" fmla="*/ 0 w 1883662"/>
              <a:gd name="connsiteY1" fmla="*/ 1009377 h 3404028"/>
              <a:gd name="connsiteX2" fmla="*/ 1881575 w 1883662"/>
              <a:gd name="connsiteY2" fmla="*/ 0 h 3404028"/>
              <a:gd name="connsiteX3" fmla="*/ 1883279 w 1883662"/>
              <a:gd name="connsiteY3" fmla="*/ 2384067 h 3404028"/>
              <a:gd name="connsiteX4" fmla="*/ 10715 w 1883662"/>
              <a:gd name="connsiteY4" fmla="*/ 3404028 h 3404028"/>
              <a:gd name="connsiteX0" fmla="*/ 1338 w 1874285"/>
              <a:gd name="connsiteY0" fmla="*/ 3404028 h 3404028"/>
              <a:gd name="connsiteX1" fmla="*/ 0 w 1874285"/>
              <a:gd name="connsiteY1" fmla="*/ 1009377 h 3404028"/>
              <a:gd name="connsiteX2" fmla="*/ 1872198 w 1874285"/>
              <a:gd name="connsiteY2" fmla="*/ 0 h 3404028"/>
              <a:gd name="connsiteX3" fmla="*/ 1873902 w 1874285"/>
              <a:gd name="connsiteY3" fmla="*/ 2384067 h 3404028"/>
              <a:gd name="connsiteX4" fmla="*/ 1338 w 1874285"/>
              <a:gd name="connsiteY4" fmla="*/ 3404028 h 3404028"/>
              <a:gd name="connsiteX0" fmla="*/ 10715 w 1874285"/>
              <a:gd name="connsiteY0" fmla="*/ 3399625 h 3399625"/>
              <a:gd name="connsiteX1" fmla="*/ 0 w 1874285"/>
              <a:gd name="connsiteY1" fmla="*/ 1009377 h 3399625"/>
              <a:gd name="connsiteX2" fmla="*/ 1872198 w 1874285"/>
              <a:gd name="connsiteY2" fmla="*/ 0 h 3399625"/>
              <a:gd name="connsiteX3" fmla="*/ 1873902 w 1874285"/>
              <a:gd name="connsiteY3" fmla="*/ 2384067 h 3399625"/>
              <a:gd name="connsiteX4" fmla="*/ 10715 w 1874285"/>
              <a:gd name="connsiteY4" fmla="*/ 3399625 h 3399625"/>
              <a:gd name="connsiteX0" fmla="*/ 1338 w 1874285"/>
              <a:gd name="connsiteY0" fmla="*/ 3404029 h 3404029"/>
              <a:gd name="connsiteX1" fmla="*/ 0 w 1874285"/>
              <a:gd name="connsiteY1" fmla="*/ 1009377 h 3404029"/>
              <a:gd name="connsiteX2" fmla="*/ 1872198 w 1874285"/>
              <a:gd name="connsiteY2" fmla="*/ 0 h 3404029"/>
              <a:gd name="connsiteX3" fmla="*/ 1873902 w 1874285"/>
              <a:gd name="connsiteY3" fmla="*/ 2384067 h 3404029"/>
              <a:gd name="connsiteX4" fmla="*/ 1338 w 1874285"/>
              <a:gd name="connsiteY4" fmla="*/ 3404029 h 3404029"/>
              <a:gd name="connsiteX0" fmla="*/ 1338 w 1875229"/>
              <a:gd name="connsiteY0" fmla="*/ 3404029 h 3404029"/>
              <a:gd name="connsiteX1" fmla="*/ 0 w 1875229"/>
              <a:gd name="connsiteY1" fmla="*/ 1009377 h 3404029"/>
              <a:gd name="connsiteX2" fmla="*/ 1875229 w 1875229"/>
              <a:gd name="connsiteY2" fmla="*/ 0 h 3404029"/>
              <a:gd name="connsiteX3" fmla="*/ 1873902 w 1875229"/>
              <a:gd name="connsiteY3" fmla="*/ 2384067 h 3404029"/>
              <a:gd name="connsiteX4" fmla="*/ 1338 w 1875229"/>
              <a:gd name="connsiteY4" fmla="*/ 3404029 h 3404029"/>
              <a:gd name="connsiteX0" fmla="*/ 1338 w 1875229"/>
              <a:gd name="connsiteY0" fmla="*/ 3404029 h 3404029"/>
              <a:gd name="connsiteX1" fmla="*/ 0 w 1875229"/>
              <a:gd name="connsiteY1" fmla="*/ 1006530 h 3404029"/>
              <a:gd name="connsiteX2" fmla="*/ 1875229 w 1875229"/>
              <a:gd name="connsiteY2" fmla="*/ 0 h 3404029"/>
              <a:gd name="connsiteX3" fmla="*/ 1873902 w 1875229"/>
              <a:gd name="connsiteY3" fmla="*/ 2384067 h 3404029"/>
              <a:gd name="connsiteX4" fmla="*/ 1338 w 1875229"/>
              <a:gd name="connsiteY4" fmla="*/ 3404029 h 3404029"/>
              <a:gd name="connsiteX0" fmla="*/ 36517 w 1910408"/>
              <a:gd name="connsiteY0" fmla="*/ 3404029 h 3404029"/>
              <a:gd name="connsiteX1" fmla="*/ 35179 w 1910408"/>
              <a:gd name="connsiteY1" fmla="*/ 1006530 h 3404029"/>
              <a:gd name="connsiteX2" fmla="*/ 1910408 w 1910408"/>
              <a:gd name="connsiteY2" fmla="*/ 0 h 3404029"/>
              <a:gd name="connsiteX3" fmla="*/ 1909081 w 1910408"/>
              <a:gd name="connsiteY3" fmla="*/ 2384067 h 3404029"/>
              <a:gd name="connsiteX4" fmla="*/ 36517 w 1910408"/>
              <a:gd name="connsiteY4" fmla="*/ 3404029 h 3404029"/>
              <a:gd name="connsiteX0" fmla="*/ 36517 w 1910408"/>
              <a:gd name="connsiteY0" fmla="*/ 3404029 h 3404029"/>
              <a:gd name="connsiteX1" fmla="*/ 35179 w 1910408"/>
              <a:gd name="connsiteY1" fmla="*/ 1006530 h 3404029"/>
              <a:gd name="connsiteX2" fmla="*/ 1910408 w 1910408"/>
              <a:gd name="connsiteY2" fmla="*/ 0 h 3404029"/>
              <a:gd name="connsiteX3" fmla="*/ 1909081 w 1910408"/>
              <a:gd name="connsiteY3" fmla="*/ 2384067 h 3404029"/>
              <a:gd name="connsiteX4" fmla="*/ 36517 w 1910408"/>
              <a:gd name="connsiteY4" fmla="*/ 3404029 h 3404029"/>
              <a:gd name="connsiteX0" fmla="*/ 1338 w 1875229"/>
              <a:gd name="connsiteY0" fmla="*/ 3404029 h 3404029"/>
              <a:gd name="connsiteX1" fmla="*/ 0 w 1875229"/>
              <a:gd name="connsiteY1" fmla="*/ 1006530 h 3404029"/>
              <a:gd name="connsiteX2" fmla="*/ 1875229 w 1875229"/>
              <a:gd name="connsiteY2" fmla="*/ 0 h 3404029"/>
              <a:gd name="connsiteX3" fmla="*/ 1873902 w 1875229"/>
              <a:gd name="connsiteY3" fmla="*/ 2384067 h 3404029"/>
              <a:gd name="connsiteX4" fmla="*/ 1338 w 1875229"/>
              <a:gd name="connsiteY4" fmla="*/ 3404029 h 3404029"/>
              <a:gd name="connsiteX0" fmla="*/ 1338 w 1875229"/>
              <a:gd name="connsiteY0" fmla="*/ 3404029 h 3404029"/>
              <a:gd name="connsiteX1" fmla="*/ 0 w 1875229"/>
              <a:gd name="connsiteY1" fmla="*/ 1006530 h 3404029"/>
              <a:gd name="connsiteX2" fmla="*/ 1875229 w 1875229"/>
              <a:gd name="connsiteY2" fmla="*/ 0 h 3404029"/>
              <a:gd name="connsiteX3" fmla="*/ 1873902 w 1875229"/>
              <a:gd name="connsiteY3" fmla="*/ 2384067 h 3404029"/>
              <a:gd name="connsiteX4" fmla="*/ 1338 w 1875229"/>
              <a:gd name="connsiteY4" fmla="*/ 3404029 h 3404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5229" h="3404029">
                <a:moveTo>
                  <a:pt x="1338" y="3404029"/>
                </a:moveTo>
                <a:cubicBezTo>
                  <a:pt x="3343" y="2634008"/>
                  <a:pt x="6996" y="1722465"/>
                  <a:pt x="0" y="1006530"/>
                </a:cubicBezTo>
                <a:lnTo>
                  <a:pt x="1875229" y="0"/>
                </a:lnTo>
                <a:cubicBezTo>
                  <a:pt x="1873411" y="794689"/>
                  <a:pt x="1875720" y="1589378"/>
                  <a:pt x="1873902" y="2384067"/>
                </a:cubicBezTo>
                <a:lnTo>
                  <a:pt x="1338" y="3404029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lIns="121867" tIns="0" rIns="121867" bIns="0" rtlCol="0" anchor="ctr"/>
          <a:lstStyle/>
          <a:p>
            <a:pPr marL="0" marR="0" lvl="0" indent="0" algn="ctr" defTabSz="914126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charset="0"/>
            </a:endParaRP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8A452C94-F932-4FA4-B966-A02152BA5F28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5553270" y="4114800"/>
            <a:ext cx="4735942" cy="2743200"/>
          </a:xfrm>
          <a:prstGeom prst="rtTriangle">
            <a:avLst/>
          </a:prstGeom>
          <a:solidFill>
            <a:srgbClr val="CCCCCD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ea typeface="MS PGothic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C13A8-E413-4F55-862A-C511CF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9444"/>
          <a:stretch/>
        </p:blipFill>
        <p:spPr>
          <a:xfrm>
            <a:off x="10289212" y="5303386"/>
            <a:ext cx="1896439" cy="155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38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and 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5F08EA5-4D48-4D48-8228-9A10C78FD24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5442" y="563225"/>
            <a:ext cx="1603262" cy="515889"/>
          </a:xfrm>
          <a:prstGeom prst="rect">
            <a:avLst/>
          </a:prstGeom>
          <a:noFill/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7AD1C1C-A3A9-4D31-8E6C-2418DF14BD78}"/>
              </a:ext>
            </a:extLst>
          </p:cNvPr>
          <p:cNvSpPr txBox="1">
            <a:spLocks/>
          </p:cNvSpPr>
          <p:nvPr userDrawn="1"/>
        </p:nvSpPr>
        <p:spPr>
          <a:xfrm>
            <a:off x="10921623" y="6314298"/>
            <a:ext cx="1054189" cy="366183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 baseline="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044E51-BF79-AF42-BAC5-B771B1D9D8E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pPr marL="0" marR="0" lvl="0" indent="0" algn="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14779F-B41E-4191-B887-C19504DE9408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5442" y="563225"/>
            <a:ext cx="1603262" cy="515889"/>
          </a:xfrm>
          <a:prstGeom prst="rect">
            <a:avLst/>
          </a:prstGeom>
          <a:noFill/>
        </p:spPr>
      </p:pic>
      <p:sp>
        <p:nvSpPr>
          <p:cNvPr id="11" name="AutoShape 4">
            <a:extLst>
              <a:ext uri="{FF2B5EF4-FFF2-40B4-BE49-F238E27FC236}">
                <a16:creationId xmlns:a16="http://schemas.microsoft.com/office/drawing/2014/main" id="{AAAFA79D-0CD4-4ED4-841D-71409F0CB991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5068058" y="4403761"/>
            <a:ext cx="4237073" cy="245424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12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MS PGothic" pitchFamily="34" charset="-12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FC1639-CF78-4C0D-BF70-E0AD93858952}"/>
              </a:ext>
            </a:extLst>
          </p:cNvPr>
          <p:cNvSpPr/>
          <p:nvPr userDrawn="1"/>
        </p:nvSpPr>
        <p:spPr>
          <a:xfrm>
            <a:off x="9305131" y="0"/>
            <a:ext cx="2880519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/>
        </p:spPr>
        <p:txBody>
          <a:bodyPr lIns="121867" tIns="0" rIns="121867" bIns="0" rtlCol="0" anchor="ctr"/>
          <a:lstStyle/>
          <a:p>
            <a:pPr marL="0" marR="0" lvl="0" indent="0" algn="ctr" defTabSz="914126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charset="0"/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1C9D0D1B-1556-45DE-8E62-58DF6823BCE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293261" y="5189519"/>
            <a:ext cx="2880517" cy="1668482"/>
          </a:xfrm>
          <a:prstGeom prst="rtTriangle">
            <a:avLst/>
          </a:prstGeom>
          <a:solidFill>
            <a:srgbClr val="666666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ea typeface="MS PGothic" pitchFamily="34" charset="-128"/>
            </a:endParaRP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A9089262-F6A2-4435-9664-EDC788B685C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V="1">
            <a:off x="9305130" y="1477258"/>
            <a:ext cx="2880519" cy="1668483"/>
          </a:xfrm>
          <a:prstGeom prst="rtTriangle">
            <a:avLst/>
          </a:prstGeom>
          <a:solidFill>
            <a:srgbClr val="CCCCCC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ea typeface="MS PGothic" pitchFamily="34" charset="-12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C51C97-1B13-4560-8381-70F9ADDDF195}"/>
              </a:ext>
            </a:extLst>
          </p:cNvPr>
          <p:cNvSpPr/>
          <p:nvPr userDrawn="1"/>
        </p:nvSpPr>
        <p:spPr>
          <a:xfrm>
            <a:off x="9305130" y="1"/>
            <a:ext cx="2880519" cy="1476651"/>
          </a:xfrm>
          <a:prstGeom prst="rect">
            <a:avLst/>
          </a:prstGeom>
          <a:solidFill>
            <a:srgbClr val="CCCCCC"/>
          </a:solidFill>
          <a:ln w="9525" cap="flat" cmpd="sng" algn="ctr">
            <a:noFill/>
            <a:prstDash val="solid"/>
          </a:ln>
          <a:effectLst/>
        </p:spPr>
        <p:txBody>
          <a:bodyPr lIns="121867" tIns="0" rIns="121867" bIns="0" rtlCol="0" anchor="ctr"/>
          <a:lstStyle/>
          <a:p>
            <a:pPr marL="0" marR="0" lvl="0" indent="0" algn="ctr" defTabSz="914126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50998-929C-4644-BB91-330DFDB89C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250" y="3493008"/>
            <a:ext cx="2881313" cy="333375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/>
            </a:lvl1pPr>
          </a:lstStyle>
          <a:p>
            <a:pPr lvl="0"/>
            <a:r>
              <a:rPr lang="en-US"/>
              <a:t>Enter Month, Year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96A3CC-D0F4-4DEB-AFEA-B07A0366D9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2788920"/>
            <a:ext cx="7130564" cy="480131"/>
          </a:xfrm>
        </p:spPr>
        <p:txBody>
          <a:bodyPr lIns="0" rIns="0">
            <a:normAutofit/>
          </a:bodyPr>
          <a:lstStyle>
            <a:lvl1pPr>
              <a:defRPr/>
            </a:lvl1pPr>
          </a:lstStyle>
          <a:p>
            <a:r>
              <a:rPr lang="en-US"/>
              <a:t>Enter title</a:t>
            </a:r>
          </a:p>
        </p:txBody>
      </p:sp>
    </p:spTree>
    <p:extLst>
      <p:ext uri="{BB962C8B-B14F-4D97-AF65-F5344CB8AC3E}">
        <p14:creationId xmlns:p14="http://schemas.microsoft.com/office/powerpoint/2010/main" val="3370469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2C7B7-43B1-4111-854D-7C16712CE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enter divider slide 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9C44B1-010E-4C1C-8A26-6821D71AB5D9}"/>
              </a:ext>
            </a:extLst>
          </p:cNvPr>
          <p:cNvSpPr/>
          <p:nvPr userDrawn="1"/>
        </p:nvSpPr>
        <p:spPr>
          <a:xfrm>
            <a:off x="9596200" y="893"/>
            <a:ext cx="2589450" cy="6856214"/>
          </a:xfrm>
          <a:prstGeom prst="rect">
            <a:avLst/>
          </a:prstGeom>
          <a:solidFill>
            <a:srgbClr val="00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12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0051460E-F6C8-492A-B064-FE9A1A863BA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596200" y="5352086"/>
            <a:ext cx="2589450" cy="1505023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ea typeface="MS PGothic" pitchFamily="34" charset="-128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941616A7-DF3C-4E5E-AFE3-77BE4E404B8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4400818" y="3844107"/>
            <a:ext cx="5206528" cy="3015777"/>
          </a:xfrm>
          <a:prstGeom prst="rtTriangle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12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MS PGothic" pitchFamily="34" charset="-128"/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D448DBE-7BD0-45C5-BE91-5CC69B728194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r>
              <a:rPr lang="en-US" sz="800">
                <a:solidFill>
                  <a:schemeClr val="accent5"/>
                </a:solidFill>
              </a:rPr>
              <a:t>ZEBRA TECHNOLOGIES</a:t>
            </a:r>
          </a:p>
        </p:txBody>
      </p:sp>
    </p:spTree>
    <p:extLst>
      <p:ext uri="{BB962C8B-B14F-4D97-AF65-F5344CB8AC3E}">
        <p14:creationId xmlns:p14="http://schemas.microsoft.com/office/powerpoint/2010/main" val="2351077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706E8-A757-4D7D-BA29-B00E4D670F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divider slide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9BC03B-4C9A-4C64-92B4-10A027EE2F2F}"/>
              </a:ext>
            </a:extLst>
          </p:cNvPr>
          <p:cNvSpPr/>
          <p:nvPr userDrawn="1"/>
        </p:nvSpPr>
        <p:spPr>
          <a:xfrm>
            <a:off x="9901443" y="893"/>
            <a:ext cx="2307103" cy="6856214"/>
          </a:xfrm>
          <a:prstGeom prst="rect">
            <a:avLst/>
          </a:prstGeom>
          <a:solidFill>
            <a:schemeClr val="accent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12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9C5831F1-3A81-49F1-A28E-A83FC662F0CE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 flipV="1">
            <a:off x="7594345" y="-1"/>
            <a:ext cx="2318970" cy="1343219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12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MS PGothic" pitchFamily="34" charset="-128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BEE23220-23CE-4C57-B25F-29B45A16F081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V="1">
            <a:off x="9889571" y="-2"/>
            <a:ext cx="2318973" cy="1343221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12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MS PGothic" pitchFamily="34" charset="-128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E3CAAD04-268E-4987-A8D4-4F6D39BC6FCD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ZEBRA TECHNOLOGIES</a:t>
            </a:r>
          </a:p>
        </p:txBody>
      </p:sp>
    </p:spTree>
    <p:extLst>
      <p:ext uri="{BB962C8B-B14F-4D97-AF65-F5344CB8AC3E}">
        <p14:creationId xmlns:p14="http://schemas.microsoft.com/office/powerpoint/2010/main" val="1291935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B1A8F-1784-4881-B45F-FC94A0852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346" y="1344168"/>
            <a:ext cx="8721104" cy="92354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divider slide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02D2C2-B670-4548-98A6-464D571842BA}"/>
              </a:ext>
            </a:extLst>
          </p:cNvPr>
          <p:cNvSpPr/>
          <p:nvPr userDrawn="1"/>
        </p:nvSpPr>
        <p:spPr>
          <a:xfrm>
            <a:off x="10487921" y="0"/>
            <a:ext cx="169773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lIns="121867" tIns="0" rIns="121867" bIns="0" rtlCol="0" anchor="ctr"/>
          <a:lstStyle/>
          <a:p>
            <a:pPr marL="0" marR="0" lvl="0" indent="0" algn="ctr" defTabSz="914126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/>
              <a:ea typeface="+mn-ea"/>
              <a:cs typeface="Arial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E0AEBD-6812-4AA1-AFCB-BB7CF467D339}"/>
              </a:ext>
            </a:extLst>
          </p:cNvPr>
          <p:cNvSpPr/>
          <p:nvPr userDrawn="1"/>
        </p:nvSpPr>
        <p:spPr>
          <a:xfrm>
            <a:off x="10487921" y="0"/>
            <a:ext cx="1697730" cy="344994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/>
        </p:spPr>
        <p:txBody>
          <a:bodyPr lIns="121867" tIns="0" rIns="121867" bIns="0" rtlCol="0" anchor="ctr"/>
          <a:lstStyle/>
          <a:p>
            <a:pPr marL="0" marR="0" lvl="0" indent="0" algn="ctr" defTabSz="914126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charset="0"/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A506B7F3-32B6-4800-9FAF-E17558EDB79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V="1">
            <a:off x="10486662" y="344994"/>
            <a:ext cx="1713036" cy="992242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02C695D-D94C-4079-8824-3C6A27EB2D34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r>
              <a:rPr lang="en-US" sz="800">
                <a:solidFill>
                  <a:schemeClr val="accent5"/>
                </a:solidFill>
              </a:rPr>
              <a:t>ZEBRA TECHNOLOGIES</a:t>
            </a:r>
          </a:p>
        </p:txBody>
      </p:sp>
    </p:spTree>
    <p:extLst>
      <p:ext uri="{BB962C8B-B14F-4D97-AF65-F5344CB8AC3E}">
        <p14:creationId xmlns:p14="http://schemas.microsoft.com/office/powerpoint/2010/main" val="855865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1col-5D-Blac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1225908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1225908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3CBA71D9-675A-4F40-94DA-6A30D93681D6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6092825" y="6340476"/>
            <a:ext cx="6096000" cy="517525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66" tIns="36566" rIns="36566" bIns="3656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0F6B58-4984-4C3A-A106-EA6C4686C9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199" y="1691640"/>
            <a:ext cx="11274552" cy="405079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33A23E40-3810-2C49-9852-7AB34EF3C6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197" y="212171"/>
            <a:ext cx="447583" cy="69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126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1col-5D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1225908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1225908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3CBA71D9-675A-4F40-94DA-6A30D93681D6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6092825" y="6340476"/>
            <a:ext cx="6096000" cy="517525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66" tIns="36566" rIns="36566" bIns="3656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936000-FC78-4C5F-9205-2DC965F810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199" y="1691640"/>
            <a:ext cx="11274552" cy="405079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77984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1col-5D-Black-C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1225908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1225908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3CBA71D9-675A-4F40-94DA-6A30D93681D6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6092825" y="6340476"/>
            <a:ext cx="6096000" cy="517525"/>
          </a:xfrm>
          <a:prstGeom prst="rtTriangle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square" lIns="36566" tIns="36566" rIns="36566" bIns="3656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0F6B58-4984-4C3A-A106-EA6C4686C9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199" y="1691640"/>
            <a:ext cx="11274552" cy="405079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B2D71FF-6D90-224D-899B-7FBB947BAC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197" y="212171"/>
            <a:ext cx="447583" cy="69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241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1col-5D-White-C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1225908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1225908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3CBA71D9-675A-4F40-94DA-6A30D93681D6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6092825" y="6340476"/>
            <a:ext cx="6096000" cy="517525"/>
          </a:xfrm>
          <a:prstGeom prst="rtTriangle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square" lIns="36566" tIns="36566" rIns="36566" bIns="3656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C7686B-F935-4F84-9AD2-7F9747A8F8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199" y="1691640"/>
            <a:ext cx="11274552" cy="405079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090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1col-30D-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0503719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0503719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99445445-8A29-4B9B-97F3-0F882A167FD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10131433" y="5669280"/>
            <a:ext cx="2057392" cy="118872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66" tIns="36566" rIns="36566" bIns="3656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DE6931-D60C-45BF-B727-81EF40C1D8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691640"/>
            <a:ext cx="10506456" cy="40507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F67FABC9-C7DC-2442-B91A-C79F97C20B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197" y="212171"/>
            <a:ext cx="447583" cy="69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01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1col-30D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0503719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0503719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99445445-8A29-4B9B-97F3-0F882A167FD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10131433" y="5669280"/>
            <a:ext cx="2057392" cy="118872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66" tIns="36566" rIns="36566" bIns="3656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DE6931-D60C-45BF-B727-81EF40C1D8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691640"/>
            <a:ext cx="10506456" cy="405079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239884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1col-30D-Black-C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0503719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0503719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99445445-8A29-4B9B-97F3-0F882A167FD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10131433" y="5669280"/>
            <a:ext cx="2057392" cy="1188720"/>
          </a:xfrm>
          <a:prstGeom prst="rtTriangle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square" lIns="36566" tIns="36566" rIns="36566" bIns="3656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DE6931-D60C-45BF-B727-81EF40C1D8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691640"/>
            <a:ext cx="10506456" cy="40507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F25FBE1A-75F5-C740-A1AF-0ECB28D185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197" y="212171"/>
            <a:ext cx="447583" cy="69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95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1col-30D-White-C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0503719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0503719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99445445-8A29-4B9B-97F3-0F882A167FD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10131433" y="5669280"/>
            <a:ext cx="2057392" cy="1188720"/>
          </a:xfrm>
          <a:prstGeom prst="rtTriangle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square" lIns="36566" tIns="36566" rIns="36566" bIns="3656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CA6439-752F-4EAE-BA36-A9DA45D5B2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691640"/>
            <a:ext cx="10502900" cy="405079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537860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1col-Graphics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05120B3-A679-4361-BBE5-B44731CBB86A}"/>
              </a:ext>
            </a:extLst>
          </p:cNvPr>
          <p:cNvSpPr/>
          <p:nvPr userDrawn="1"/>
        </p:nvSpPr>
        <p:spPr>
          <a:xfrm>
            <a:off x="-1" y="-8249"/>
            <a:ext cx="4205145" cy="686535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67" tIns="0" rIns="121867" bIns="0" rtlCol="0" anchor="ctr"/>
          <a:lstStyle/>
          <a:p>
            <a:pPr marL="0" marR="0" lvl="0" indent="0" algn="ctr" defTabSz="914126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charset="0"/>
            </a:endParaRP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44C61FA3-B671-4289-9759-F226A4D71C0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2102571" y="5639234"/>
            <a:ext cx="2102572" cy="1217873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6025" y="1401318"/>
            <a:ext cx="6965913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0" y="457200"/>
            <a:ext cx="3135575" cy="7955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99C08C2D-7CCE-4A11-B9EC-7E9749E86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4234" y="6401929"/>
            <a:ext cx="1264591" cy="457200"/>
          </a:xfrm>
          <a:prstGeom prst="rect">
            <a:avLst/>
          </a:prstGeom>
        </p:spPr>
        <p:txBody>
          <a:bodyPr vert="horz" lIns="0" tIns="0" rIns="182880" bIns="18288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 defTabSz="914126" fontAlgn="auto">
              <a:spcBef>
                <a:spcPts val="0"/>
              </a:spcBef>
              <a:spcAft>
                <a:spcPts val="0"/>
              </a:spcAft>
            </a:pPr>
            <a:fld id="{F19F85D4-6AC3-4CF9-A1A5-831DFC2C241F}" type="slidenum">
              <a:rPr lang="en-US" smtClean="0">
                <a:solidFill>
                  <a:srgbClr val="000000"/>
                </a:solidFill>
                <a:latin typeface="Arial" panose="020B0604020202020204"/>
                <a:ea typeface="+mn-ea"/>
              </a:rPr>
              <a:pPr defTabSz="91412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Arial" panose="020B0604020202020204"/>
              <a:ea typeface="+mn-ea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5763B-C6C4-4101-B565-E3A3353174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26154" y="457200"/>
            <a:ext cx="6965913" cy="795528"/>
          </a:xfrm>
        </p:spPr>
        <p:txBody>
          <a:bodyPr/>
          <a:lstStyle>
            <a:lvl1pPr marL="0" indent="0">
              <a:buNone/>
              <a:defRPr sz="2799"/>
            </a:lvl1pPr>
          </a:lstStyle>
          <a:p>
            <a:pPr lvl="0"/>
            <a:r>
              <a:rPr lang="en-US"/>
              <a:t>Click to enter headline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DDD45756-9F9A-4024-8679-58D406BDF8AF}"/>
              </a:ext>
            </a:extLst>
          </p:cNvPr>
          <p:cNvSpPr txBox="1">
            <a:spLocks/>
          </p:cNvSpPr>
          <p:nvPr userDrawn="1"/>
        </p:nvSpPr>
        <p:spPr>
          <a:xfrm>
            <a:off x="-1580" y="6400918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C78788-8B9F-401C-8E79-E3B3BD4142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25988" y="2304288"/>
            <a:ext cx="6965950" cy="409651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05574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1col-Graphics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8574838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8574838" cy="365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205721-C91A-437D-9E47-2408E1F72CAE}"/>
              </a:ext>
            </a:extLst>
          </p:cNvPr>
          <p:cNvSpPr/>
          <p:nvPr userDrawn="1"/>
        </p:nvSpPr>
        <p:spPr>
          <a:xfrm>
            <a:off x="10281372" y="457201"/>
            <a:ext cx="1904279" cy="6400800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lIns="121867" tIns="0" rIns="121867" bIns="0" rtlCol="0" anchor="ctr"/>
          <a:lstStyle/>
          <a:p>
            <a:pPr marL="0" marR="0" lvl="0" indent="0" algn="ctr" defTabSz="914126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charset="0"/>
            </a:endParaRP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99E04FAB-E76C-4262-B9A3-5A1C48CC15BE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V="1">
            <a:off x="10270489" y="456074"/>
            <a:ext cx="1919740" cy="1111971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4EBE60-5CC1-4AA0-8D1C-B0A0F5DF74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691640"/>
            <a:ext cx="8577072" cy="4050792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F4A5CE52-7E65-4EA4-B1EE-3861A1DADEB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7916733" y="5507675"/>
            <a:ext cx="2373914" cy="13716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66" tIns="36566" rIns="36566" bIns="3656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D3A71C-C106-D84B-AA89-9E6F8D8FD15B}"/>
              </a:ext>
            </a:extLst>
          </p:cNvPr>
          <p:cNvSpPr/>
          <p:nvPr userDrawn="1"/>
        </p:nvSpPr>
        <p:spPr>
          <a:xfrm>
            <a:off x="11350487" y="168965"/>
            <a:ext cx="506896" cy="40750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332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1col-Graphics-2-C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8574838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8574838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205721-C91A-437D-9E47-2408E1F72CAE}"/>
              </a:ext>
            </a:extLst>
          </p:cNvPr>
          <p:cNvSpPr/>
          <p:nvPr userDrawn="1"/>
        </p:nvSpPr>
        <p:spPr>
          <a:xfrm>
            <a:off x="10281372" y="457201"/>
            <a:ext cx="1904279" cy="6400800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lIns="121867" tIns="0" rIns="121867" bIns="0" rtlCol="0" anchor="ctr"/>
          <a:lstStyle/>
          <a:p>
            <a:pPr marL="0" marR="0" lvl="0" indent="0" algn="ctr" defTabSz="914126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charset="0"/>
            </a:endParaRPr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A993D291-07E9-4C4D-A516-DFA6210DB7A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7913401" y="5486400"/>
            <a:ext cx="2367971" cy="1371600"/>
          </a:xfrm>
          <a:prstGeom prst="rtTriangle">
            <a:avLst/>
          </a:prstGeom>
          <a:solidFill>
            <a:srgbClr val="CCCCCD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99E04FAB-E76C-4262-B9A3-5A1C48CC15BE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V="1">
            <a:off x="10269085" y="457200"/>
            <a:ext cx="1919740" cy="1111971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4EBE60-5CC1-4AA0-8D1C-B0A0F5DF74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691640"/>
            <a:ext cx="8577072" cy="405079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85894D-1E1A-DC4D-AC7C-2A1D33EB2333}"/>
              </a:ext>
            </a:extLst>
          </p:cNvPr>
          <p:cNvSpPr/>
          <p:nvPr userDrawn="1"/>
        </p:nvSpPr>
        <p:spPr>
          <a:xfrm>
            <a:off x="11350487" y="168965"/>
            <a:ext cx="506896" cy="40750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427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1col-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1225908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1225908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99C08C2D-7CCE-4A11-B9EC-7E9749E86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4234" y="6401929"/>
            <a:ext cx="1264591" cy="457200"/>
          </a:xfrm>
          <a:prstGeom prst="rect">
            <a:avLst/>
          </a:prstGeom>
        </p:spPr>
        <p:txBody>
          <a:bodyPr vert="horz" lIns="0" tIns="0" rIns="182880" bIns="18288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 defTabSz="914126" fontAlgn="auto">
              <a:spcBef>
                <a:spcPts val="0"/>
              </a:spcBef>
              <a:spcAft>
                <a:spcPts val="0"/>
              </a:spcAft>
            </a:pPr>
            <a:fld id="{F19F85D4-6AC3-4CF9-A1A5-831DFC2C241F}" type="slidenum">
              <a:rPr lang="en-US" smtClean="0">
                <a:solidFill>
                  <a:srgbClr val="FFFFFF"/>
                </a:solidFill>
                <a:latin typeface="Arial" panose="020B0604020202020204"/>
                <a:ea typeface="+mn-ea"/>
              </a:rPr>
              <a:pPr defTabSz="91412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FFFFFF"/>
              </a:solidFill>
              <a:latin typeface="Arial" panose="020B0604020202020204"/>
              <a:ea typeface="+mn-ea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9DAAC-A724-45DF-B432-52FDA19FF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199" y="1692275"/>
            <a:ext cx="11274552" cy="464515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7FE2C4BB-5EBA-0140-8DC6-9C22F04B76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197" y="212171"/>
            <a:ext cx="447583" cy="69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38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1col-Whi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1225908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1225908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99C08C2D-7CCE-4A11-B9EC-7E9749E86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4234" y="6401929"/>
            <a:ext cx="1264591" cy="457200"/>
          </a:xfrm>
          <a:prstGeom prst="rect">
            <a:avLst/>
          </a:prstGeom>
        </p:spPr>
        <p:txBody>
          <a:bodyPr vert="horz" lIns="0" tIns="0" rIns="182880" bIns="18288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 defTabSz="914126" fontAlgn="auto">
              <a:spcBef>
                <a:spcPts val="0"/>
              </a:spcBef>
              <a:spcAft>
                <a:spcPts val="0"/>
              </a:spcAft>
            </a:pPr>
            <a:fld id="{F19F85D4-6AC3-4CF9-A1A5-831DFC2C241F}" type="slidenum">
              <a:rPr lang="en-US" smtClean="0">
                <a:solidFill>
                  <a:srgbClr val="FFFFFF"/>
                </a:solidFill>
                <a:latin typeface="Arial" panose="020B0604020202020204"/>
                <a:ea typeface="+mn-ea"/>
              </a:rPr>
              <a:pPr defTabSz="91412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FFFFFF"/>
              </a:solidFill>
              <a:latin typeface="Arial" panose="020B0604020202020204"/>
              <a:ea typeface="+mn-ea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9DAAC-A724-45DF-B432-52FDA19FF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199" y="1692275"/>
            <a:ext cx="11274552" cy="464515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63982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BLANK-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99C08C2D-7CCE-4A11-B9EC-7E9749E86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4234" y="6401929"/>
            <a:ext cx="1264591" cy="457200"/>
          </a:xfrm>
          <a:prstGeom prst="rect">
            <a:avLst/>
          </a:prstGeom>
        </p:spPr>
        <p:txBody>
          <a:bodyPr vert="horz" lIns="0" tIns="0" rIns="182880" bIns="18288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 defTabSz="914126" fontAlgn="auto">
              <a:spcBef>
                <a:spcPts val="0"/>
              </a:spcBef>
              <a:spcAft>
                <a:spcPts val="0"/>
              </a:spcAft>
            </a:pPr>
            <a:fld id="{F19F85D4-6AC3-4CF9-A1A5-831DFC2C241F}" type="slidenum">
              <a:rPr lang="en-US" smtClean="0">
                <a:solidFill>
                  <a:srgbClr val="FFFFFF"/>
                </a:solidFill>
                <a:latin typeface="Arial" panose="020B0604020202020204"/>
                <a:ea typeface="+mn-ea"/>
              </a:rPr>
              <a:pPr defTabSz="91412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FFFFFF"/>
              </a:solidFill>
              <a:latin typeface="Arial" panose="020B0604020202020204"/>
              <a:ea typeface="+mn-ea"/>
            </a:endParaRP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ED177040-0B5B-6340-B5B8-D7C31FD0E6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197" y="212171"/>
            <a:ext cx="447583" cy="69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38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BLANK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99C08C2D-7CCE-4A11-B9EC-7E9749E86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4234" y="6401929"/>
            <a:ext cx="1264591" cy="457200"/>
          </a:xfrm>
          <a:prstGeom prst="rect">
            <a:avLst/>
          </a:prstGeom>
        </p:spPr>
        <p:txBody>
          <a:bodyPr vert="horz" lIns="0" tIns="0" rIns="182880" bIns="18288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 defTabSz="914126" fontAlgn="auto">
              <a:spcBef>
                <a:spcPts val="0"/>
              </a:spcBef>
              <a:spcAft>
                <a:spcPts val="0"/>
              </a:spcAft>
            </a:pPr>
            <a:fld id="{F19F85D4-6AC3-4CF9-A1A5-831DFC2C241F}" type="slidenum">
              <a:rPr lang="en-US" smtClean="0">
                <a:solidFill>
                  <a:srgbClr val="000000"/>
                </a:solidFill>
                <a:latin typeface="Arial" panose="020B0604020202020204"/>
                <a:ea typeface="+mn-ea"/>
              </a:rPr>
              <a:pPr defTabSz="91412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058967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2col-5D-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1061359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1061359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3CBA71D9-675A-4F40-94DA-6A30D93681D6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6092825" y="6340476"/>
            <a:ext cx="6096000" cy="517525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66" tIns="36566" rIns="36566" bIns="3656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7CFF4E-29D2-4081-96CD-0F1A47C96F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692275"/>
            <a:ext cx="5302250" cy="430688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A7BC684-A3EE-4191-B972-A2D34DC5A2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7920" y="1692274"/>
            <a:ext cx="5303520" cy="4306887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4pPr marL="1371189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BCE6546-82B3-47FB-BCCC-39725DDEEF36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2AA9EB7D-4AAF-1947-8102-C3725AFDF6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2582" y="190866"/>
            <a:ext cx="514558" cy="80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49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2col-5D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1061359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1061359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3CBA71D9-675A-4F40-94DA-6A30D93681D6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6092825" y="6340476"/>
            <a:ext cx="6096000" cy="517525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66" tIns="36566" rIns="36566" bIns="3656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4C270D-AC25-43F5-A58D-73B95D1738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7920" y="1692275"/>
            <a:ext cx="5303520" cy="430688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4D5AFF0-5436-4506-9F1C-AB3E2DBA7D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692274"/>
            <a:ext cx="5303838" cy="4306824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8FE4EDB-F590-4C9D-86FF-252627B03F3D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9675B785-1875-324B-9BE8-9DC54BC73A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1753" y="212082"/>
            <a:ext cx="447621" cy="69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259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2col-5D-Black-C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1061359" cy="36576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1061359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3CBA71D9-675A-4F40-94DA-6A30D93681D6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6092825" y="6340476"/>
            <a:ext cx="6096000" cy="517525"/>
          </a:xfrm>
          <a:prstGeom prst="rtTriangle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square" lIns="36566" tIns="36566" rIns="36566" bIns="3656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Arial" panose="020B0604020202020204" pitchFamily="34" charset="0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B255FF7-9BA0-4CFF-8D35-BA0C7BEC51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7920" y="1692275"/>
            <a:ext cx="5303520" cy="430688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761A7F8F-D0B8-422F-9392-AA1C635EAC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692274"/>
            <a:ext cx="5303838" cy="430682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4729F99-77F2-4E47-A08B-1F34D39AD499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18CB8322-61AA-BE43-BABB-C5BA1A8489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197" y="212171"/>
            <a:ext cx="447583" cy="69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689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2col-5D-White-C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1061359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1061359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3CBA71D9-675A-4F40-94DA-6A30D93681D6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6092825" y="6340476"/>
            <a:ext cx="6096000" cy="517525"/>
          </a:xfrm>
          <a:prstGeom prst="rtTriangle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square" lIns="36566" tIns="36566" rIns="36566" bIns="3656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Arial" panose="020B0604020202020204" pitchFamily="34" charset="0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B255FF7-9BA0-4CFF-8D35-BA0C7BEC51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7920" y="1692275"/>
            <a:ext cx="5303520" cy="430688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761A7F8F-D0B8-422F-9392-AA1C635EAC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692274"/>
            <a:ext cx="5303838" cy="4306824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0FD88B6-7471-4D88-AD80-C199493C6D14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7B1EEA30-C0FE-A545-BEE0-9806D78312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1753" y="212082"/>
            <a:ext cx="447621" cy="69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580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2col-30D-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0330029" cy="36576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0330029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99445445-8A29-4B9B-97F3-0F882A167FD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10131433" y="5669280"/>
            <a:ext cx="2057392" cy="118872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66" tIns="36566" rIns="36566" bIns="3656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15AECED-93FB-4C85-97FD-8B5511DC21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2160" y="1692275"/>
            <a:ext cx="4937760" cy="430688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811F50AD-83AB-4F36-9502-62DE06E51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692274"/>
            <a:ext cx="4937760" cy="430682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4C5784B-0AF7-4DC3-BE24-33E05B00D0E5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3842889F-37FE-5142-8A4D-F51B27D80F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197" y="212171"/>
            <a:ext cx="447583" cy="69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2474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2col-30D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0330029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0330029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99445445-8A29-4B9B-97F3-0F882A167FD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10131433" y="5669280"/>
            <a:ext cx="2057392" cy="118872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66" tIns="36566" rIns="36566" bIns="3656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15AECED-93FB-4C85-97FD-8B5511DC21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2160" y="1692275"/>
            <a:ext cx="4937760" cy="430688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811F50AD-83AB-4F36-9502-62DE06E51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692274"/>
            <a:ext cx="4937760" cy="4306824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311BC66-3690-4686-985A-00F429A2B47B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38AA9155-3381-854E-9072-3F8BE211AE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1753" y="212082"/>
            <a:ext cx="447621" cy="69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6039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2col-30D-Black-C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0330029" cy="36576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0330029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99445445-8A29-4B9B-97F3-0F882A167FD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10131433" y="5669280"/>
            <a:ext cx="2057392" cy="1188720"/>
          </a:xfrm>
          <a:prstGeom prst="rtTriangle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square" lIns="36566" tIns="36566" rIns="36566" bIns="3656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2BBFFA9-CA8E-4B09-BFF4-09DF7AB40C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2160" y="1692275"/>
            <a:ext cx="4937760" cy="430688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321BC78-03D5-48F3-8604-E931C7B343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692274"/>
            <a:ext cx="4937760" cy="430682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B90E498-A774-4794-B661-FC72764685DC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0F6F951-94DB-104B-9503-354757FB2F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197" y="212171"/>
            <a:ext cx="447583" cy="69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3094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2col-30D-White-C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0330029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0330029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99445445-8A29-4B9B-97F3-0F882A167FD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10131433" y="5669280"/>
            <a:ext cx="2057392" cy="1188720"/>
          </a:xfrm>
          <a:prstGeom prst="rtTriangle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square" lIns="36566" tIns="36566" rIns="36566" bIns="3656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2BBFFA9-CA8E-4B09-BFF4-09DF7AB40C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2160" y="1692275"/>
            <a:ext cx="4937760" cy="430688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321BC78-03D5-48F3-8604-E931C7B343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692274"/>
            <a:ext cx="4937760" cy="4306824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F46D6C3-8F9B-4B3B-9AFD-262E64D650AF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977D56E8-1D8B-3A4D-B07A-1EE945D3BC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1753" y="212082"/>
            <a:ext cx="447621" cy="69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923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2col-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1271616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1271616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C3D063-A89E-4DB3-B89A-3D92F9D03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691640"/>
            <a:ext cx="5394960" cy="4572000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F4A3A90-2A1F-4175-9803-9B943F7FD6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36666" y="1691640"/>
            <a:ext cx="5394960" cy="4572000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B9DF7CAB-9F26-4B4D-A9F4-F420381E91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2928" y="6400799"/>
            <a:ext cx="457200" cy="457200"/>
          </a:xfrm>
          <a:prstGeom prst="rect">
            <a:avLst/>
          </a:prstGeom>
        </p:spPr>
        <p:txBody>
          <a:bodyPr vert="horz" lIns="0" tIns="0" rIns="182880" bIns="18288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A1596D-7D05-4A4B-8B50-2A32E81563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A02B699-9724-4E32-A33D-D1FD774C3738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36318345-D7F9-4047-B6C4-1ED4EDC26C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197" y="212171"/>
            <a:ext cx="447583" cy="69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931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2col-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11271616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932688"/>
            <a:ext cx="11271616" cy="365760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99C08C2D-7CCE-4A11-B9EC-7E9749E86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4234" y="6401929"/>
            <a:ext cx="1264591" cy="457200"/>
          </a:xfrm>
          <a:prstGeom prst="rect">
            <a:avLst/>
          </a:prstGeom>
        </p:spPr>
        <p:txBody>
          <a:bodyPr vert="horz" lIns="0" tIns="0" rIns="182880" bIns="18288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 defTabSz="914126" fontAlgn="auto">
              <a:spcBef>
                <a:spcPts val="0"/>
              </a:spcBef>
              <a:spcAft>
                <a:spcPts val="0"/>
              </a:spcAft>
            </a:pPr>
            <a:fld id="{F19F85D4-6AC3-4CF9-A1A5-831DFC2C241F}" type="slidenum">
              <a:rPr lang="en-US" smtClean="0">
                <a:solidFill>
                  <a:srgbClr val="000000"/>
                </a:solidFill>
                <a:latin typeface="Arial" panose="020B0604020202020204"/>
                <a:ea typeface="+mn-ea"/>
              </a:rPr>
              <a:pPr defTabSz="91412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Arial" panose="020B0604020202020204"/>
              <a:ea typeface="+mn-ea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8C45568-D590-4C4D-9115-1208D35B84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691640"/>
            <a:ext cx="5394960" cy="4572000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25F491D-E2FE-45FB-9524-7A230AF573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36666" y="1691640"/>
            <a:ext cx="5394960" cy="4572000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ED9F3DA3-67ED-CC44-A8DF-EA9809F886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1753" y="212082"/>
            <a:ext cx="447621" cy="69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923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 Product-30D-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59DAEB-3E61-4CA6-A59E-2A40A12449B6}"/>
              </a:ext>
            </a:extLst>
          </p:cNvPr>
          <p:cNvSpPr/>
          <p:nvPr userDrawn="1"/>
        </p:nvSpPr>
        <p:spPr>
          <a:xfrm>
            <a:off x="5422265" y="0"/>
            <a:ext cx="67665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C09FBE9-A303-4A97-A792-D6075DECCC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9887" y="457200"/>
            <a:ext cx="4754356" cy="5944729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1508760"/>
            <a:ext cx="4479393" cy="737729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6EBFC5-062A-47A1-98D2-2F030F007A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606040"/>
            <a:ext cx="4479925" cy="2871216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E573E925-FF75-41DF-9245-FA4B62050CB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3059579" y="5486400"/>
            <a:ext cx="2367971" cy="13716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6309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tent-Image Product-30D-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59DAEB-3E61-4CA6-A59E-2A40A12449B6}"/>
              </a:ext>
            </a:extLst>
          </p:cNvPr>
          <p:cNvSpPr/>
          <p:nvPr userDrawn="1"/>
        </p:nvSpPr>
        <p:spPr>
          <a:xfrm>
            <a:off x="5422265" y="0"/>
            <a:ext cx="67665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C09FBE9-A303-4A97-A792-D6075DECCC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9887" y="457200"/>
            <a:ext cx="4754356" cy="5944729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1508760"/>
            <a:ext cx="4479393" cy="737729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6C0A249-756A-47ED-8637-1125701A113E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6EBFC5-062A-47A1-98D2-2F030F007A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606040"/>
            <a:ext cx="4479925" cy="2871216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C54047C3-81E3-432F-8277-42D9E56D00E8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3059579" y="5486400"/>
            <a:ext cx="2367971" cy="13716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7340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 7.4-30D-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C09FBE9-A303-4A97-A792-D6075DECCC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17611" y="0"/>
            <a:ext cx="6771214" cy="6858000"/>
          </a:xfrm>
        </p:spPr>
        <p:txBody>
          <a:bodyPr/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531" marR="0" lvl="0" indent="-228531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1508760"/>
            <a:ext cx="4479393" cy="737729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29F865-C323-4E1F-9E89-FB35E5524111}"/>
              </a:ext>
            </a:extLst>
          </p:cNvPr>
          <p:cNvSpPr txBox="1"/>
          <p:nvPr userDrawn="1"/>
        </p:nvSpPr>
        <p:spPr>
          <a:xfrm>
            <a:off x="5417611" y="2113479"/>
            <a:ext cx="6764798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IMAGE AREA</a:t>
            </a:r>
            <a:b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</a:b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7.5” h x 7.4”w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3A3AD4D7-FC6D-4D62-8B0A-987E74EA3CA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3049640" y="5486400"/>
            <a:ext cx="2367971" cy="13716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6EBFC5-062A-47A1-98D2-2F030F007A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06040"/>
            <a:ext cx="4479925" cy="2871216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spcBef>
                <a:spcPts val="800"/>
              </a:spcBef>
              <a:defRPr/>
            </a:lvl2pPr>
            <a:lvl3pPr>
              <a:spcBef>
                <a:spcPts val="600"/>
              </a:spcBef>
              <a:defRPr/>
            </a:lvl3pPr>
          </a:lstStyle>
          <a:p>
            <a:pPr lvl="0"/>
            <a:r>
              <a:rPr lang="en-US"/>
              <a:t>Click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EFF7DA14-6127-4CBF-BC49-CDE8AB5DF08A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</p:spTree>
    <p:extLst>
      <p:ext uri="{BB962C8B-B14F-4D97-AF65-F5344CB8AC3E}">
        <p14:creationId xmlns:p14="http://schemas.microsoft.com/office/powerpoint/2010/main" val="3855012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 7.4-30D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C09FBE9-A303-4A97-A792-D6075DECCC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17611" y="0"/>
            <a:ext cx="6764798" cy="6858000"/>
          </a:xfrm>
        </p:spPr>
        <p:txBody>
          <a:bodyPr/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531" marR="0" lvl="0" indent="-228531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1508760"/>
            <a:ext cx="4479393" cy="737729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29F865-C323-4E1F-9E89-FB35E5524111}"/>
              </a:ext>
            </a:extLst>
          </p:cNvPr>
          <p:cNvSpPr txBox="1"/>
          <p:nvPr userDrawn="1"/>
        </p:nvSpPr>
        <p:spPr>
          <a:xfrm>
            <a:off x="5326195" y="2312313"/>
            <a:ext cx="6856214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IMAGE AREA</a:t>
            </a:r>
            <a:b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</a:b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7.5” h x 7.4”w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3A3AD4D7-FC6D-4D62-8B0A-987E74EA3CA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3049640" y="5486400"/>
            <a:ext cx="2367971" cy="13716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AADE2-0CA9-4B9A-8279-B953E8FD3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01913"/>
            <a:ext cx="4479925" cy="2871216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spcBef>
                <a:spcPts val="800"/>
              </a:spcBef>
              <a:defRPr/>
            </a:lvl2pPr>
            <a:lvl3pPr>
              <a:spcBef>
                <a:spcPts val="600"/>
              </a:spcBef>
              <a:defRPr/>
            </a:lvl3pPr>
          </a:lstStyle>
          <a:p>
            <a:pPr lvl="0"/>
            <a:r>
              <a:rPr lang="en-US"/>
              <a:t>Click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DF89A4A-CAB1-46F3-BFF5-FAE8242CB1DC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</p:spTree>
    <p:extLst>
      <p:ext uri="{BB962C8B-B14F-4D97-AF65-F5344CB8AC3E}">
        <p14:creationId xmlns:p14="http://schemas.microsoft.com/office/powerpoint/2010/main" val="10499732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 7.4-30D-Black-C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C09FBE9-A303-4A97-A792-D6075DECCC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17611" y="0"/>
            <a:ext cx="6764798" cy="6858000"/>
          </a:xfrm>
        </p:spPr>
        <p:txBody>
          <a:bodyPr/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531" marR="0" lvl="0" indent="-228531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1508760"/>
            <a:ext cx="4479393" cy="737729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29F865-C323-4E1F-9E89-FB35E5524111}"/>
              </a:ext>
            </a:extLst>
          </p:cNvPr>
          <p:cNvSpPr txBox="1"/>
          <p:nvPr userDrawn="1"/>
        </p:nvSpPr>
        <p:spPr>
          <a:xfrm>
            <a:off x="5326195" y="2312313"/>
            <a:ext cx="6856214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IMAGE AREA</a:t>
            </a:r>
            <a:b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</a:b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7.5” h x 7.4”w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AADE2-0CA9-4B9A-8279-B953E8FD3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01913"/>
            <a:ext cx="4479925" cy="2871216"/>
          </a:xfrm>
        </p:spPr>
        <p:txBody>
          <a:bodyPr/>
          <a:lstStyle>
            <a:lvl1pPr>
              <a:buClr>
                <a:schemeClr val="accent1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800"/>
              </a:spcBef>
              <a:defRPr>
                <a:solidFill>
                  <a:schemeClr val="bg1"/>
                </a:solidFill>
              </a:defRPr>
            </a:lvl2pPr>
            <a:lvl3pPr>
              <a:spcBef>
                <a:spcPts val="800"/>
              </a:spcBef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3F16F3C2-732D-4E96-B59D-49E093B5448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3049640" y="5486400"/>
            <a:ext cx="2367971" cy="1371600"/>
          </a:xfrm>
          <a:prstGeom prst="rtTriangle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2103422-3EFA-4215-9C1C-E85F4D3F9895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</p:spTree>
    <p:extLst>
      <p:ext uri="{BB962C8B-B14F-4D97-AF65-F5344CB8AC3E}">
        <p14:creationId xmlns:p14="http://schemas.microsoft.com/office/powerpoint/2010/main" val="33961976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 7.4-30D-White-C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C09FBE9-A303-4A97-A792-D6075DECCC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17611" y="0"/>
            <a:ext cx="6764798" cy="6858000"/>
          </a:xfrm>
        </p:spPr>
        <p:txBody>
          <a:bodyPr/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531" marR="0" lvl="0" indent="-228531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1508760"/>
            <a:ext cx="4479393" cy="737729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29F865-C323-4E1F-9E89-FB35E5524111}"/>
              </a:ext>
            </a:extLst>
          </p:cNvPr>
          <p:cNvSpPr txBox="1"/>
          <p:nvPr userDrawn="1"/>
        </p:nvSpPr>
        <p:spPr>
          <a:xfrm>
            <a:off x="5326195" y="2312313"/>
            <a:ext cx="6856214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IMAGE AREA</a:t>
            </a:r>
            <a:b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</a:b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7.5” h x 7.4”w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AADE2-0CA9-4B9A-8279-B953E8FD3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01913"/>
            <a:ext cx="4479925" cy="2871216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spcBef>
                <a:spcPts val="800"/>
              </a:spcBef>
              <a:defRPr/>
            </a:lvl2pPr>
            <a:lvl3pPr>
              <a:spcBef>
                <a:spcPts val="800"/>
              </a:spcBef>
              <a:defRPr/>
            </a:lvl3pPr>
          </a:lstStyle>
          <a:p>
            <a:pPr lvl="0"/>
            <a:r>
              <a:rPr lang="en-US"/>
              <a:t>Click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3F16F3C2-732D-4E96-B59D-49E093B5448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flipH="1">
            <a:off x="3049640" y="5486400"/>
            <a:ext cx="2367971" cy="1371600"/>
          </a:xfrm>
          <a:prstGeom prst="rtTriangle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460C9AB-0DF1-4355-B84E-A869A476DB03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</p:spTree>
    <p:extLst>
      <p:ext uri="{BB962C8B-B14F-4D97-AF65-F5344CB8AC3E}">
        <p14:creationId xmlns:p14="http://schemas.microsoft.com/office/powerpoint/2010/main" val="7296618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 6.9-5D-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C09FBE9-A303-4A97-A792-D6075DECCC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1245" y="0"/>
            <a:ext cx="6307717" cy="6858000"/>
          </a:xfrm>
        </p:spPr>
        <p:txBody>
          <a:bodyPr/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531" marR="0" lvl="0" indent="-228531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4936474" cy="86868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1508760"/>
            <a:ext cx="4936474" cy="737729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29F865-C323-4E1F-9E89-FB35E5524111}"/>
              </a:ext>
            </a:extLst>
          </p:cNvPr>
          <p:cNvSpPr txBox="1"/>
          <p:nvPr userDrawn="1"/>
        </p:nvSpPr>
        <p:spPr>
          <a:xfrm>
            <a:off x="5871245" y="2175153"/>
            <a:ext cx="6307717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IMAGE AREA</a:t>
            </a:r>
            <a:b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</a:b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7.5” h x 6.9”w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4812CD-CBAB-4528-A1CA-9F9DFCC1A7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06040"/>
            <a:ext cx="4937125" cy="3017520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spcBef>
                <a:spcPts val="800"/>
              </a:spcBef>
              <a:defRPr/>
            </a:lvl2pPr>
            <a:lvl3pPr>
              <a:spcBef>
                <a:spcPts val="600"/>
              </a:spcBef>
              <a:defRPr/>
            </a:lvl3pPr>
          </a:lstStyle>
          <a:p>
            <a:pPr lvl="0"/>
            <a:r>
              <a:rPr lang="en-US"/>
              <a:t>Click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22D11C-5B9D-9084-9A32-D7CD4F81B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79" r="1"/>
          <a:stretch/>
        </p:blipFill>
        <p:spPr>
          <a:xfrm>
            <a:off x="-18288" y="5943560"/>
            <a:ext cx="5887356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5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 6.9-5D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C09FBE9-A303-4A97-A792-D6075DECCC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5254" y="0"/>
            <a:ext cx="6307717" cy="6858000"/>
          </a:xfrm>
        </p:spPr>
        <p:txBody>
          <a:bodyPr/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531" marR="0" lvl="0" indent="-228531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4936474" cy="86868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1508760"/>
            <a:ext cx="4936474" cy="737729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2C126B-3F41-45BA-995D-D0CEA8DC8DDC}"/>
              </a:ext>
            </a:extLst>
          </p:cNvPr>
          <p:cNvSpPr txBox="1"/>
          <p:nvPr userDrawn="1"/>
        </p:nvSpPr>
        <p:spPr>
          <a:xfrm>
            <a:off x="5871245" y="2175153"/>
            <a:ext cx="6307717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IMAGE AREA</a:t>
            </a:r>
            <a:b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</a:b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7.5” h x 6.9”w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FF151E9-C4FB-46F4-89E8-FA4221CF25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06040"/>
            <a:ext cx="4937125" cy="3017520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spcBef>
                <a:spcPts val="800"/>
              </a:spcBef>
              <a:defRPr/>
            </a:lvl2pPr>
            <a:lvl3pPr>
              <a:spcBef>
                <a:spcPts val="600"/>
              </a:spcBef>
              <a:defRPr/>
            </a:lvl3pPr>
          </a:lstStyle>
          <a:p>
            <a:pPr lvl="0"/>
            <a:r>
              <a:rPr lang="en-US"/>
              <a:t>Click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487857-9E6F-8F52-C2FD-356C0B332F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79" r="1"/>
          <a:stretch/>
        </p:blipFill>
        <p:spPr>
          <a:xfrm>
            <a:off x="-18288" y="5943560"/>
            <a:ext cx="5887356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995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 6.9-5D-Black-C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80E09C-59B1-4D29-93CE-A2A15A3539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79" r="1"/>
          <a:stretch/>
        </p:blipFill>
        <p:spPr>
          <a:xfrm>
            <a:off x="-18288" y="5943560"/>
            <a:ext cx="5887356" cy="914479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C09FBE9-A303-4A97-A792-D6075DECCC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1245" y="0"/>
            <a:ext cx="6307717" cy="6858000"/>
          </a:xfrm>
        </p:spPr>
        <p:txBody>
          <a:bodyPr/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531" marR="0" lvl="0" indent="-228531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4936474" cy="8686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1508760"/>
            <a:ext cx="4936474" cy="737729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C98AD-9516-47DF-849E-3F8F61DFDB6C}"/>
              </a:ext>
            </a:extLst>
          </p:cNvPr>
          <p:cNvSpPr txBox="1"/>
          <p:nvPr userDrawn="1"/>
        </p:nvSpPr>
        <p:spPr>
          <a:xfrm>
            <a:off x="5871245" y="2175153"/>
            <a:ext cx="6307717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IMAGE AREA</a:t>
            </a:r>
            <a:b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</a:b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7.5” h x 6.9”w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16B11D-7BDE-4AFD-85A4-2FF35DDBC2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06040"/>
            <a:ext cx="4937125" cy="3017520"/>
          </a:xfrm>
        </p:spPr>
        <p:txBody>
          <a:bodyPr/>
          <a:lstStyle>
            <a:lvl1pPr>
              <a:buClr>
                <a:schemeClr val="accent1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800"/>
              </a:spcBef>
              <a:defRPr>
                <a:solidFill>
                  <a:schemeClr val="bg1"/>
                </a:solidFill>
              </a:defRPr>
            </a:lvl2pPr>
            <a:lvl3pPr>
              <a:spcBef>
                <a:spcPts val="600"/>
              </a:spcBef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073654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 6.9-5D-White-C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80E09C-59B1-4D29-93CE-A2A15A3539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79" r="1"/>
          <a:stretch/>
        </p:blipFill>
        <p:spPr>
          <a:xfrm>
            <a:off x="-18288" y="5943560"/>
            <a:ext cx="5887356" cy="914479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C09FBE9-A303-4A97-A792-D6075DECCC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1245" y="0"/>
            <a:ext cx="6307717" cy="6858000"/>
          </a:xfrm>
        </p:spPr>
        <p:txBody>
          <a:bodyPr/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531" marR="0" lvl="0" indent="-228531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4936474" cy="86868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1508760"/>
            <a:ext cx="4936474" cy="737729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C98AD-9516-47DF-849E-3F8F61DFDB6C}"/>
              </a:ext>
            </a:extLst>
          </p:cNvPr>
          <p:cNvSpPr txBox="1"/>
          <p:nvPr userDrawn="1"/>
        </p:nvSpPr>
        <p:spPr>
          <a:xfrm>
            <a:off x="5871245" y="2175153"/>
            <a:ext cx="6307717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IMAGE AREA</a:t>
            </a:r>
            <a:b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</a:b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7.5” h x 6.9”w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16B11D-7BDE-4AFD-85A4-2FF35DDBC2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06040"/>
            <a:ext cx="4937125" cy="3017520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spcBef>
                <a:spcPts val="800"/>
              </a:spcBef>
              <a:defRPr/>
            </a:lvl2pPr>
            <a:lvl3pPr>
              <a:spcBef>
                <a:spcPts val="600"/>
              </a:spcBef>
              <a:defRPr/>
            </a:lvl3pPr>
          </a:lstStyle>
          <a:p>
            <a:pPr lvl="0"/>
            <a:r>
              <a:rPr lang="en-US"/>
              <a:t>Click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426313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 6.0-Graphic-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FD817B-144E-4496-8C23-977C7BE259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92335" y="0"/>
            <a:ext cx="549649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26840D-5953-45D6-A00B-7F5EB3E4D1DA}"/>
              </a:ext>
            </a:extLst>
          </p:cNvPr>
          <p:cNvSpPr txBox="1"/>
          <p:nvPr/>
        </p:nvSpPr>
        <p:spPr>
          <a:xfrm>
            <a:off x="6692335" y="1087017"/>
            <a:ext cx="5496490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2799" b="0" kern="1200">
                <a:solidFill>
                  <a:schemeClr val="accent6"/>
                </a:solidFill>
                <a:ea typeface="ＭＳ Ｐゴシック"/>
              </a:rPr>
              <a:t>IMAGE AREA</a:t>
            </a:r>
            <a:br>
              <a:rPr lang="en-US" sz="2799" b="0" kern="1200">
                <a:solidFill>
                  <a:schemeClr val="accent6"/>
                </a:solidFill>
                <a:ea typeface="ＭＳ Ｐゴシック"/>
              </a:rPr>
            </a:br>
            <a:r>
              <a:rPr lang="en-US" sz="2799" b="0" kern="1200">
                <a:solidFill>
                  <a:schemeClr val="accent6"/>
                </a:solidFill>
                <a:ea typeface="ＭＳ Ｐゴシック"/>
              </a:rPr>
              <a:t>7.5” h x 6” 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7FA213-4097-41EC-A6BA-A23FE7291C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432" r="-1" b="3144"/>
          <a:stretch/>
        </p:blipFill>
        <p:spPr>
          <a:xfrm>
            <a:off x="5005085" y="2468237"/>
            <a:ext cx="1688088" cy="4399095"/>
          </a:xfrm>
          <a:prstGeom prst="rect">
            <a:avLst/>
          </a:prstGeom>
        </p:spPr>
      </p:pic>
      <p:sp>
        <p:nvSpPr>
          <p:cNvPr id="11" name="AutoShape 4">
            <a:extLst>
              <a:ext uri="{FF2B5EF4-FFF2-40B4-BE49-F238E27FC236}">
                <a16:creationId xmlns:a16="http://schemas.microsoft.com/office/drawing/2014/main" id="{C462858A-FCAA-4E18-A708-842561456E26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3861516" y="5212080"/>
            <a:ext cx="2841565" cy="164592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1128AC8-2021-4911-B9E9-0C1EE8E7AD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5366776" cy="86868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3CB86D3-E3A7-45BA-B8CA-E62D0E1C0C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1508760"/>
            <a:ext cx="5366776" cy="737729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937245F-97E3-4AA0-8B14-ED0277864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06039"/>
            <a:ext cx="3864429" cy="3468189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spcBef>
                <a:spcPts val="800"/>
              </a:spcBef>
              <a:defRPr/>
            </a:lvl2pPr>
            <a:lvl3pPr>
              <a:spcBef>
                <a:spcPts val="600"/>
              </a:spcBef>
              <a:defRPr/>
            </a:lvl3pPr>
          </a:lstStyle>
          <a:p>
            <a:pPr lvl="0"/>
            <a:r>
              <a:rPr lang="en-US"/>
              <a:t>Click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3A7A5DA-38BE-4EBD-9CC4-D729AD1122F0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</p:spTree>
    <p:extLst>
      <p:ext uri="{BB962C8B-B14F-4D97-AF65-F5344CB8AC3E}">
        <p14:creationId xmlns:p14="http://schemas.microsoft.com/office/powerpoint/2010/main" val="780389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 6.0-Graphic-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FD817B-144E-4496-8C23-977C7BE259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92335" y="0"/>
            <a:ext cx="5484971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26840D-5953-45D6-A00B-7F5EB3E4D1DA}"/>
              </a:ext>
            </a:extLst>
          </p:cNvPr>
          <p:cNvSpPr txBox="1"/>
          <p:nvPr/>
        </p:nvSpPr>
        <p:spPr>
          <a:xfrm>
            <a:off x="6692335" y="1087017"/>
            <a:ext cx="5496490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2799" b="0" kern="1200">
                <a:solidFill>
                  <a:schemeClr val="accent6"/>
                </a:solidFill>
                <a:ea typeface="ＭＳ Ｐゴシック"/>
              </a:rPr>
              <a:t>IMAGE AREA</a:t>
            </a:r>
            <a:br>
              <a:rPr lang="en-US" sz="2799" b="0" kern="1200">
                <a:solidFill>
                  <a:schemeClr val="accent6"/>
                </a:solidFill>
                <a:ea typeface="ＭＳ Ｐゴシック"/>
              </a:rPr>
            </a:br>
            <a:r>
              <a:rPr lang="en-US" sz="2799" b="0" kern="1200">
                <a:solidFill>
                  <a:schemeClr val="accent6"/>
                </a:solidFill>
                <a:ea typeface="ＭＳ Ｐゴシック"/>
              </a:rPr>
              <a:t>7.5” h x 6” 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7FA213-4097-41EC-A6BA-A23FE7291C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432" r="-1" b="3144"/>
          <a:stretch/>
        </p:blipFill>
        <p:spPr>
          <a:xfrm>
            <a:off x="5013382" y="2458906"/>
            <a:ext cx="1688088" cy="4399095"/>
          </a:xfrm>
          <a:prstGeom prst="rect">
            <a:avLst/>
          </a:prstGeom>
        </p:spPr>
      </p:pic>
      <p:sp>
        <p:nvSpPr>
          <p:cNvPr id="11" name="AutoShape 4">
            <a:extLst>
              <a:ext uri="{FF2B5EF4-FFF2-40B4-BE49-F238E27FC236}">
                <a16:creationId xmlns:a16="http://schemas.microsoft.com/office/drawing/2014/main" id="{C462858A-FCAA-4E18-A708-842561456E26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3861140" y="5212080"/>
            <a:ext cx="2841565" cy="164592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1128AC8-2021-4911-B9E9-0C1EE8E7AD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5366776" cy="86868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3CB86D3-E3A7-45BA-B8CA-E62D0E1C0C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1508760"/>
            <a:ext cx="5366776" cy="737729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937245F-97E3-4AA0-8B14-ED0277864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06039"/>
            <a:ext cx="3864429" cy="3468189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spcBef>
                <a:spcPts val="800"/>
              </a:spcBef>
              <a:defRPr/>
            </a:lvl2pPr>
            <a:lvl3pPr>
              <a:spcBef>
                <a:spcPts val="600"/>
              </a:spcBef>
              <a:defRPr/>
            </a:lvl3pPr>
          </a:lstStyle>
          <a:p>
            <a:pPr lvl="0"/>
            <a:r>
              <a:rPr lang="en-US"/>
              <a:t>Click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BE56592-242B-4E8E-B901-EDB871ACA61B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</p:spTree>
    <p:extLst>
      <p:ext uri="{BB962C8B-B14F-4D97-AF65-F5344CB8AC3E}">
        <p14:creationId xmlns:p14="http://schemas.microsoft.com/office/powerpoint/2010/main" val="2775450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 6.0-Graphic-White-C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FD817B-144E-4496-8C23-977C7BE259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92335" y="0"/>
            <a:ext cx="549649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26840D-5953-45D6-A00B-7F5EB3E4D1DA}"/>
              </a:ext>
            </a:extLst>
          </p:cNvPr>
          <p:cNvSpPr txBox="1"/>
          <p:nvPr/>
        </p:nvSpPr>
        <p:spPr>
          <a:xfrm>
            <a:off x="6692335" y="1087017"/>
            <a:ext cx="5496490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2799" b="0" kern="1200">
                <a:solidFill>
                  <a:schemeClr val="accent6"/>
                </a:solidFill>
                <a:ea typeface="ＭＳ Ｐゴシック"/>
              </a:rPr>
              <a:t>IMAGE AREA</a:t>
            </a:r>
            <a:br>
              <a:rPr lang="en-US" sz="2799" b="0" kern="1200">
                <a:solidFill>
                  <a:schemeClr val="accent6"/>
                </a:solidFill>
                <a:ea typeface="ＭＳ Ｐゴシック"/>
              </a:rPr>
            </a:br>
            <a:r>
              <a:rPr lang="en-US" sz="2799" b="0" kern="1200">
                <a:solidFill>
                  <a:schemeClr val="accent6"/>
                </a:solidFill>
                <a:ea typeface="ＭＳ Ｐゴシック"/>
              </a:rPr>
              <a:t>7.5” h x 6” 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7FA213-4097-41EC-A6BA-A23FE7291C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75000"/>
          </a:blip>
          <a:srcRect l="78432" r="-1" b="3144"/>
          <a:stretch/>
        </p:blipFill>
        <p:spPr>
          <a:xfrm>
            <a:off x="5013057" y="2458906"/>
            <a:ext cx="1688088" cy="4399095"/>
          </a:xfrm>
          <a:prstGeom prst="rect">
            <a:avLst/>
          </a:prstGeom>
        </p:spPr>
      </p:pic>
      <p:sp>
        <p:nvSpPr>
          <p:cNvPr id="11" name="AutoShape 4">
            <a:extLst>
              <a:ext uri="{FF2B5EF4-FFF2-40B4-BE49-F238E27FC236}">
                <a16:creationId xmlns:a16="http://schemas.microsoft.com/office/drawing/2014/main" id="{C462858A-FCAA-4E18-A708-842561456E26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3860815" y="5212080"/>
            <a:ext cx="2841565" cy="164592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36556" tIns="36556" rIns="36556" bIns="36556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1128AC8-2021-4911-B9E9-0C1EE8E7AD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1" y="457200"/>
            <a:ext cx="5366776" cy="86868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3CB86D3-E3A7-45BA-B8CA-E62D0E1C0C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1508760"/>
            <a:ext cx="5366776" cy="737729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937245F-97E3-4AA0-8B14-ED0277864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06039"/>
            <a:ext cx="3864429" cy="3468189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spcBef>
                <a:spcPts val="800"/>
              </a:spcBef>
              <a:defRPr/>
            </a:lvl2pPr>
            <a:lvl3pPr>
              <a:spcBef>
                <a:spcPts val="600"/>
              </a:spcBef>
              <a:defRPr/>
            </a:lvl3pPr>
          </a:lstStyle>
          <a:p>
            <a:pPr lvl="0"/>
            <a:r>
              <a:rPr lang="en-US"/>
              <a:t>Click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3D2F41B-FDE5-4C58-9A14-E58A02A6E5BA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</p:spTree>
    <p:extLst>
      <p:ext uri="{BB962C8B-B14F-4D97-AF65-F5344CB8AC3E}">
        <p14:creationId xmlns:p14="http://schemas.microsoft.com/office/powerpoint/2010/main" val="935879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 7.4-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C09FBE9-A303-4A97-A792-D6075DECCC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17611" y="0"/>
            <a:ext cx="6764798" cy="6858000"/>
          </a:xfrm>
        </p:spPr>
        <p:txBody>
          <a:bodyPr/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531" marR="0" lvl="0" indent="-228531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1508760"/>
            <a:ext cx="4479393" cy="737729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6EBFC5-062A-47A1-98D2-2F030F007A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06040"/>
            <a:ext cx="4479925" cy="3657600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spcBef>
                <a:spcPts val="800"/>
              </a:spcBef>
              <a:defRPr/>
            </a:lvl2pPr>
            <a:lvl3pPr>
              <a:spcBef>
                <a:spcPts val="600"/>
              </a:spcBef>
              <a:defRPr/>
            </a:lvl3pPr>
          </a:lstStyle>
          <a:p>
            <a:pPr lvl="0"/>
            <a:r>
              <a:rPr lang="en-US"/>
              <a:t>Click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9E2BA-0AD0-49AC-BC40-BD49BD92EFEC}"/>
              </a:ext>
            </a:extLst>
          </p:cNvPr>
          <p:cNvSpPr txBox="1"/>
          <p:nvPr userDrawn="1"/>
        </p:nvSpPr>
        <p:spPr>
          <a:xfrm>
            <a:off x="5417611" y="2312313"/>
            <a:ext cx="6764798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IMAGE AREA</a:t>
            </a:r>
            <a:b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</a:b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7.5” h x 7.4”w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3B11744-8C65-4AD2-8810-4EA848154818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</p:spTree>
    <p:extLst>
      <p:ext uri="{BB962C8B-B14F-4D97-AF65-F5344CB8AC3E}">
        <p14:creationId xmlns:p14="http://schemas.microsoft.com/office/powerpoint/2010/main" val="35916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 7.4-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C09FBE9-A303-4A97-A792-D6075DECCC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17611" y="0"/>
            <a:ext cx="6764798" cy="6858000"/>
          </a:xfrm>
        </p:spPr>
        <p:txBody>
          <a:bodyPr/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531" marR="0" lvl="0" indent="-228531" algn="l" defTabSz="91412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B2C8C-BBC3-4CB4-A679-24462238F4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EAC1D-C901-4858-A756-4CE03BC35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1508760"/>
            <a:ext cx="4479393" cy="737729"/>
          </a:xfrm>
        </p:spPr>
        <p:txBody>
          <a:bodyPr/>
          <a:lstStyle>
            <a:lvl1pPr marL="0" indent="0">
              <a:buNone/>
              <a:defRPr sz="23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enter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6EBFC5-062A-47A1-98D2-2F030F007A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06040"/>
            <a:ext cx="4479925" cy="3657600"/>
          </a:xfrm>
        </p:spPr>
        <p:txBody>
          <a:bodyPr/>
          <a:lstStyle>
            <a:lvl1pPr>
              <a:buClr>
                <a:schemeClr val="accent1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800"/>
              </a:spcBef>
              <a:defRPr>
                <a:solidFill>
                  <a:schemeClr val="bg1"/>
                </a:solidFill>
              </a:defRPr>
            </a:lvl2pPr>
            <a:lvl3pPr>
              <a:spcBef>
                <a:spcPts val="600"/>
              </a:spcBef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3DCB33-8C12-43D1-A33B-319C71CD4ACA}"/>
              </a:ext>
            </a:extLst>
          </p:cNvPr>
          <p:cNvSpPr txBox="1"/>
          <p:nvPr userDrawn="1"/>
        </p:nvSpPr>
        <p:spPr>
          <a:xfrm>
            <a:off x="5417611" y="2312313"/>
            <a:ext cx="6764798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IMAGE AREA</a:t>
            </a:r>
            <a:b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</a:br>
            <a:r>
              <a:rPr kumimoji="0" lang="en-US" sz="2799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7.5” h x 7.4”w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982E8D-C63A-418E-BAEF-13C06A99DA3D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</p:spTree>
    <p:extLst>
      <p:ext uri="{BB962C8B-B14F-4D97-AF65-F5344CB8AC3E}">
        <p14:creationId xmlns:p14="http://schemas.microsoft.com/office/powerpoint/2010/main" val="586920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AF30-2556-4ED9-8479-67138DAB9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enter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884857-C0F4-44DA-B05D-4BF14E99F8CD}"/>
              </a:ext>
            </a:extLst>
          </p:cNvPr>
          <p:cNvSpPr/>
          <p:nvPr userDrawn="1"/>
        </p:nvSpPr>
        <p:spPr>
          <a:xfrm>
            <a:off x="10806948" y="-7004"/>
            <a:ext cx="1389589" cy="6865004"/>
          </a:xfrm>
          <a:prstGeom prst="rect">
            <a:avLst/>
          </a:prstGeom>
          <a:solidFill>
            <a:srgbClr val="0073E6"/>
          </a:solidFill>
          <a:ln w="9525" cap="flat" cmpd="sng" algn="ctr">
            <a:noFill/>
            <a:prstDash val="solid"/>
          </a:ln>
          <a:effectLst/>
        </p:spPr>
        <p:txBody>
          <a:bodyPr lIns="121867" tIns="0" rIns="121867" bIns="0" rtlCol="0" anchor="ctr"/>
          <a:lstStyle/>
          <a:p>
            <a:pPr marL="0" marR="0" lvl="0" indent="0" algn="ctr" defTabSz="914126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292D95-0387-488A-9D1A-33EB8A0C0E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0668" r="60155"/>
          <a:stretch/>
        </p:blipFill>
        <p:spPr>
          <a:xfrm>
            <a:off x="10805722" y="-7005"/>
            <a:ext cx="1393990" cy="139486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1BD3E3-F2F1-42CF-8D33-CEC6CB7D42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ZEBRA TECHNOLOGIES</a:t>
            </a:r>
          </a:p>
        </p:txBody>
      </p:sp>
    </p:spTree>
    <p:extLst>
      <p:ext uri="{BB962C8B-B14F-4D97-AF65-F5344CB8AC3E}">
        <p14:creationId xmlns:p14="http://schemas.microsoft.com/office/powerpoint/2010/main" val="2473156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81BF-CF24-4516-95AB-94BC586BBD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enter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C29FBE-3774-44C4-AB21-0CC9A614B4CF}"/>
              </a:ext>
            </a:extLst>
          </p:cNvPr>
          <p:cNvSpPr/>
          <p:nvPr userDrawn="1"/>
        </p:nvSpPr>
        <p:spPr>
          <a:xfrm>
            <a:off x="10806948" y="-7004"/>
            <a:ext cx="1389589" cy="6865004"/>
          </a:xfrm>
          <a:prstGeom prst="rect">
            <a:avLst/>
          </a:prstGeom>
          <a:solidFill>
            <a:srgbClr val="0073E6"/>
          </a:solidFill>
          <a:ln w="9525" cap="flat" cmpd="sng" algn="ctr">
            <a:noFill/>
            <a:prstDash val="solid"/>
          </a:ln>
          <a:effectLst/>
        </p:spPr>
        <p:txBody>
          <a:bodyPr lIns="121867" tIns="0" rIns="121867" bIns="0" rtlCol="0" anchor="ctr"/>
          <a:lstStyle/>
          <a:p>
            <a:pPr marL="0" marR="0" lvl="0" indent="0" algn="ctr" defTabSz="914126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11E82-6336-4E41-91A8-CEAB5D68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0677" r="60155"/>
          <a:stretch/>
        </p:blipFill>
        <p:spPr>
          <a:xfrm>
            <a:off x="10805722" y="-7005"/>
            <a:ext cx="1393990" cy="139468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D0C018-62E9-4EBD-B23B-59950303BF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ZEBRA TECHNOLOGIES</a:t>
            </a:r>
          </a:p>
        </p:txBody>
      </p:sp>
    </p:spTree>
    <p:extLst>
      <p:ext uri="{BB962C8B-B14F-4D97-AF65-F5344CB8AC3E}">
        <p14:creationId xmlns:p14="http://schemas.microsoft.com/office/powerpoint/2010/main" val="284683735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F884857-C0F4-44DA-B05D-4BF14E99F8CD}"/>
              </a:ext>
            </a:extLst>
          </p:cNvPr>
          <p:cNvSpPr/>
          <p:nvPr userDrawn="1"/>
        </p:nvSpPr>
        <p:spPr>
          <a:xfrm>
            <a:off x="10807922" y="0"/>
            <a:ext cx="1389589" cy="6865004"/>
          </a:xfrm>
          <a:prstGeom prst="rect">
            <a:avLst/>
          </a:prstGeom>
          <a:solidFill>
            <a:srgbClr val="0073E6"/>
          </a:solidFill>
          <a:ln w="9525" cap="flat" cmpd="sng" algn="ctr">
            <a:noFill/>
            <a:prstDash val="solid"/>
          </a:ln>
          <a:effectLst/>
        </p:spPr>
        <p:txBody>
          <a:bodyPr lIns="121867" tIns="0" rIns="121867" bIns="0" rtlCol="0" anchor="ctr"/>
          <a:lstStyle/>
          <a:p>
            <a:pPr marL="0" marR="0" lvl="0" indent="0" algn="ctr" defTabSz="914126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292D95-0387-488A-9D1A-33EB8A0C0E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0668" r="60155"/>
          <a:stretch/>
        </p:blipFill>
        <p:spPr>
          <a:xfrm>
            <a:off x="10805722" y="-7005"/>
            <a:ext cx="1393990" cy="13948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96526C-F98F-430F-83A5-D3D0E19A597C}"/>
              </a:ext>
            </a:extLst>
          </p:cNvPr>
          <p:cNvSpPr txBox="1"/>
          <p:nvPr userDrawn="1"/>
        </p:nvSpPr>
        <p:spPr>
          <a:xfrm>
            <a:off x="1226921" y="1239532"/>
            <a:ext cx="552295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9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Thank 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FD3634-09C7-44C5-9C9B-55D49FF6AD1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6921" y="4749117"/>
            <a:ext cx="2188141" cy="704088"/>
          </a:xfrm>
          <a:prstGeom prst="rect">
            <a:avLst/>
          </a:prstGeom>
          <a:noFill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85A6CDA-286F-4BE6-985F-945EBBF1704C}"/>
              </a:ext>
            </a:extLst>
          </p:cNvPr>
          <p:cNvSpPr/>
          <p:nvPr userDrawn="1"/>
        </p:nvSpPr>
        <p:spPr>
          <a:xfrm>
            <a:off x="1226921" y="6203838"/>
            <a:ext cx="8108357" cy="338527"/>
          </a:xfrm>
          <a:prstGeom prst="rect">
            <a:avLst/>
          </a:prstGeom>
        </p:spPr>
        <p:txBody>
          <a:bodyPr wrap="square" lIns="0" tIns="0" rIns="121867" bIns="60933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ZEBRA and the stylized Zebra head are trademarks of Zebra Technologies Corp., registered in many jurisdictions worldwide. All other trademarks are the property of their respective owners. ©2023 Zebra Technologies Corp. and/or its affiliates. All rights reserved.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5519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8C29FBE-3774-44C4-AB21-0CC9A614B4CF}"/>
              </a:ext>
            </a:extLst>
          </p:cNvPr>
          <p:cNvSpPr/>
          <p:nvPr userDrawn="1"/>
        </p:nvSpPr>
        <p:spPr>
          <a:xfrm>
            <a:off x="10806948" y="-7004"/>
            <a:ext cx="1389589" cy="6865004"/>
          </a:xfrm>
          <a:prstGeom prst="rect">
            <a:avLst/>
          </a:prstGeom>
          <a:solidFill>
            <a:srgbClr val="0073E6"/>
          </a:solidFill>
          <a:ln w="9525" cap="flat" cmpd="sng" algn="ctr">
            <a:noFill/>
            <a:prstDash val="solid"/>
          </a:ln>
          <a:effectLst/>
        </p:spPr>
        <p:txBody>
          <a:bodyPr lIns="121867" tIns="0" rIns="121867" bIns="0" rtlCol="0" anchor="ctr"/>
          <a:lstStyle/>
          <a:p>
            <a:pPr marL="0" marR="0" lvl="0" indent="0" algn="ctr" defTabSz="914126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11E82-6336-4E41-91A8-CEAB5D68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0677" r="60155"/>
          <a:stretch/>
        </p:blipFill>
        <p:spPr>
          <a:xfrm>
            <a:off x="10805722" y="-7005"/>
            <a:ext cx="1393990" cy="1394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252121-F1EA-4FA6-A57D-D963C898C4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920" y="4745736"/>
            <a:ext cx="2179703" cy="704088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678032-9684-4FD5-B793-F284D0B4055A}"/>
              </a:ext>
            </a:extLst>
          </p:cNvPr>
          <p:cNvSpPr txBox="1"/>
          <p:nvPr userDrawn="1"/>
        </p:nvSpPr>
        <p:spPr>
          <a:xfrm>
            <a:off x="1226921" y="1239532"/>
            <a:ext cx="552295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Thank You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8ADAB1-2FB5-4111-A571-CEBA54292DF6}"/>
              </a:ext>
            </a:extLst>
          </p:cNvPr>
          <p:cNvSpPr/>
          <p:nvPr userDrawn="1"/>
        </p:nvSpPr>
        <p:spPr>
          <a:xfrm>
            <a:off x="1226921" y="6203838"/>
            <a:ext cx="8108357" cy="338527"/>
          </a:xfrm>
          <a:prstGeom prst="rect">
            <a:avLst/>
          </a:prstGeom>
        </p:spPr>
        <p:txBody>
          <a:bodyPr wrap="square" lIns="0" tIns="0" rIns="121867" bIns="60933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MS PGothic" pitchFamily="34" charset="-128"/>
                <a:cs typeface="+mn-cs"/>
              </a:rPr>
              <a:t>ZEBRA and the stylized Zebra head are trademarks of Zebra Technologies Corp., registered in many jurisdictions worldwide. All other trademarks are the property of their respective owners. ©2023 Zebra Technologies Corp. and/or its affiliates. All rights reserved.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670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Black Tag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F884857-C0F4-44DA-B05D-4BF14E99F8CD}"/>
              </a:ext>
            </a:extLst>
          </p:cNvPr>
          <p:cNvSpPr/>
          <p:nvPr userDrawn="1"/>
        </p:nvSpPr>
        <p:spPr>
          <a:xfrm>
            <a:off x="10806948" y="-7004"/>
            <a:ext cx="1389589" cy="6865004"/>
          </a:xfrm>
          <a:prstGeom prst="rect">
            <a:avLst/>
          </a:prstGeom>
          <a:solidFill>
            <a:srgbClr val="0073E6"/>
          </a:solidFill>
          <a:ln w="9525" cap="flat" cmpd="sng" algn="ctr">
            <a:noFill/>
            <a:prstDash val="solid"/>
          </a:ln>
          <a:effectLst/>
        </p:spPr>
        <p:txBody>
          <a:bodyPr lIns="121867" tIns="0" rIns="121867" bIns="0" rtlCol="0" anchor="ctr"/>
          <a:lstStyle/>
          <a:p>
            <a:pPr marL="0" marR="0" lvl="0" indent="0" algn="ctr" defTabSz="914126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292D95-0387-488A-9D1A-33EB8A0C0E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0668" r="60155"/>
          <a:stretch/>
        </p:blipFill>
        <p:spPr>
          <a:xfrm>
            <a:off x="10805722" y="-7005"/>
            <a:ext cx="1393990" cy="13948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96526C-F98F-430F-83A5-D3D0E19A597C}"/>
              </a:ext>
            </a:extLst>
          </p:cNvPr>
          <p:cNvSpPr txBox="1"/>
          <p:nvPr userDrawn="1"/>
        </p:nvSpPr>
        <p:spPr>
          <a:xfrm>
            <a:off x="1226921" y="1239532"/>
            <a:ext cx="552295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9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Thank You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5A6CDA-286F-4BE6-985F-945EBBF1704C}"/>
              </a:ext>
            </a:extLst>
          </p:cNvPr>
          <p:cNvSpPr/>
          <p:nvPr userDrawn="1"/>
        </p:nvSpPr>
        <p:spPr>
          <a:xfrm>
            <a:off x="1226921" y="6203838"/>
            <a:ext cx="8108357" cy="338527"/>
          </a:xfrm>
          <a:prstGeom prst="rect">
            <a:avLst/>
          </a:prstGeom>
        </p:spPr>
        <p:txBody>
          <a:bodyPr wrap="square" lIns="0" tIns="0" rIns="121867" bIns="60933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MS PGothic" pitchFamily="34" charset="-128"/>
                <a:cs typeface="+mn-cs"/>
              </a:rPr>
              <a:t>ZEBRA and the stylized Zebra head are trademarks of Zebra Technologies Corp., registered in many jurisdictions worldwide. All other trademarks are the property of their respective owners. ©2023 Zebra Technologies Corp. and/or its affiliates. All rights reserved.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MS PGothic" pitchFamily="34" charset="-128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368733-2A89-4ED6-8631-F944FD1463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71016" y="4746874"/>
            <a:ext cx="3269803" cy="7018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19527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umbnail Steps with Jump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45F1DF-937B-4213-9EB7-B4F55E5CDCC5}"/>
              </a:ext>
            </a:extLst>
          </p:cNvPr>
          <p:cNvSpPr txBox="1"/>
          <p:nvPr userDrawn="1"/>
        </p:nvSpPr>
        <p:spPr>
          <a:xfrm>
            <a:off x="0" y="1097280"/>
            <a:ext cx="6496050" cy="307777"/>
          </a:xfrm>
          <a:prstGeom prst="rect">
            <a:avLst/>
          </a:prstGeom>
          <a:solidFill>
            <a:schemeClr val="accent6"/>
          </a:solidFill>
        </p:spPr>
        <p:txBody>
          <a:bodyPr wrap="square" lIns="457200" rIns="0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MS PGothic" pitchFamily="34" charset="-128"/>
                <a:cs typeface="+mn-cs"/>
              </a:rPr>
              <a:t>Ctrl+left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MS PGothic" pitchFamily="34" charset="-128"/>
                <a:cs typeface="+mn-cs"/>
              </a:rPr>
              <a:t> click on any thumbnail on this page to jump to the slide</a:t>
            </a:r>
            <a:endParaRPr lang="en-US" sz="20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EE5884-AD23-4A8D-ADEC-7BB06E5444D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57081" y="457200"/>
            <a:ext cx="5763139" cy="359229"/>
          </a:xfrm>
          <a:prstGeom prst="rect">
            <a:avLst/>
          </a:prstGeom>
        </p:spPr>
        <p:txBody>
          <a:bodyPr lIns="0" rIns="0"/>
          <a:lstStyle>
            <a:lvl1pPr>
              <a:defRPr sz="2399"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A2381-5567-4F6C-8472-7D9B37FCEB05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70DA4CA-6956-42D9-B1A3-9869D9D6806B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0924234" y="6400800"/>
            <a:ext cx="1264591" cy="457200"/>
          </a:xfrm>
          <a:prstGeom prst="rect">
            <a:avLst/>
          </a:prstGeom>
        </p:spPr>
        <p:txBody>
          <a:bodyPr vert="horz" lIns="0" tIns="0" rIns="182880" bIns="18288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 defTabSz="914126" fontAlgn="auto">
              <a:spcBef>
                <a:spcPts val="0"/>
              </a:spcBef>
              <a:spcAft>
                <a:spcPts val="0"/>
              </a:spcAft>
            </a:pPr>
            <a:fld id="{F19F85D4-6AC3-4CF9-A1A5-831DFC2C241F}" type="slidenum">
              <a:rPr lang="en-US" smtClean="0">
                <a:solidFill>
                  <a:srgbClr val="000000"/>
                </a:solidFill>
                <a:latin typeface="Arial" panose="020B0604020202020204"/>
                <a:ea typeface="+mn-ea"/>
              </a:rPr>
              <a:pPr defTabSz="91412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16202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umbnail Step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EE5884-AD23-4A8D-ADEC-7BB06E5444D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57081" y="457200"/>
            <a:ext cx="5763139" cy="359229"/>
          </a:xfrm>
          <a:prstGeom prst="rect">
            <a:avLst/>
          </a:prstGeom>
        </p:spPr>
        <p:txBody>
          <a:bodyPr lIns="0" rIns="0"/>
          <a:lstStyle>
            <a:lvl1pPr>
              <a:defRPr sz="2399"/>
            </a:lvl1pPr>
          </a:lstStyle>
          <a:p>
            <a:r>
              <a:rPr lang="en-US"/>
              <a:t>Click to enter headline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A2381-5567-4F6C-8472-7D9B37FCEB05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ZEBRA TECHNOLOGIES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70DA4CA-6956-42D9-B1A3-9869D9D6806B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0924234" y="6400800"/>
            <a:ext cx="1264591" cy="457200"/>
          </a:xfrm>
          <a:prstGeom prst="rect">
            <a:avLst/>
          </a:prstGeom>
        </p:spPr>
        <p:txBody>
          <a:bodyPr vert="horz" lIns="0" tIns="0" rIns="182880" bIns="18288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 defTabSz="914126" fontAlgn="auto">
              <a:spcBef>
                <a:spcPts val="0"/>
              </a:spcBef>
              <a:spcAft>
                <a:spcPts val="0"/>
              </a:spcAft>
            </a:pPr>
            <a:fld id="{F19F85D4-6AC3-4CF9-A1A5-831DFC2C241F}" type="slidenum">
              <a:rPr lang="en-US" smtClean="0">
                <a:solidFill>
                  <a:srgbClr val="000000"/>
                </a:solidFill>
                <a:latin typeface="Arial" panose="020B0604020202020204"/>
                <a:ea typeface="+mn-ea"/>
              </a:rPr>
              <a:pPr defTabSz="91412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4341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la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720F23D-BAF3-4E5D-A3BF-187B578A0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4234" y="6401929"/>
            <a:ext cx="1264591" cy="457200"/>
          </a:xfrm>
          <a:prstGeom prst="rect">
            <a:avLst/>
          </a:prstGeom>
        </p:spPr>
        <p:txBody>
          <a:bodyPr vert="horz" lIns="0" tIns="0" rIns="182880" bIns="18288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 defTabSz="914126" fontAlgn="auto">
              <a:spcBef>
                <a:spcPts val="0"/>
              </a:spcBef>
              <a:spcAft>
                <a:spcPts val="0"/>
              </a:spcAft>
            </a:pPr>
            <a:fld id="{F19F85D4-6AC3-4CF9-A1A5-831DFC2C241F}" type="slidenum">
              <a:rPr lang="en-US" smtClean="0">
                <a:solidFill>
                  <a:srgbClr val="000000"/>
                </a:solidFill>
                <a:latin typeface="Arial" panose="020B0604020202020204"/>
                <a:ea typeface="+mn-ea"/>
              </a:rPr>
              <a:pPr defTabSz="91412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Arial" panose="020B0604020202020204"/>
              <a:ea typeface="+mn-ea"/>
            </a:endParaRP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2C1DA93-2ED6-413B-8AB2-3F4D2DB18CE6}"/>
              </a:ext>
            </a:extLst>
          </p:cNvPr>
          <p:cNvSpPr txBox="1">
            <a:spLocks/>
          </p:cNvSpPr>
          <p:nvPr userDrawn="1"/>
        </p:nvSpPr>
        <p:spPr>
          <a:xfrm>
            <a:off x="0" y="6401929"/>
            <a:ext cx="1580032" cy="457200"/>
          </a:xfrm>
          <a:prstGeom prst="rect">
            <a:avLst/>
          </a:prstGeom>
        </p:spPr>
        <p:txBody>
          <a:bodyPr lIns="182832" tIns="0" rIns="0" bIns="182832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6094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21898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8284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4379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304746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3656960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4266453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4875947" algn="l" defTabSz="1218987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r>
              <a:rPr lang="en-US" sz="800">
                <a:solidFill>
                  <a:schemeClr val="accent5"/>
                </a:solidFill>
              </a:rPr>
              <a:t>ZEBRA TECHNOLOGIES</a:t>
            </a:r>
          </a:p>
        </p:txBody>
      </p:sp>
      <p:sp>
        <p:nvSpPr>
          <p:cNvPr id="6" name="Title 9">
            <a:extLst>
              <a:ext uri="{FF2B5EF4-FFF2-40B4-BE49-F238E27FC236}">
                <a16:creationId xmlns:a16="http://schemas.microsoft.com/office/drawing/2014/main" id="{6BA26990-31A4-4496-9687-D387F36B3AA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919664" y="1744586"/>
            <a:ext cx="2273300" cy="536575"/>
          </a:xfrm>
          <a:prstGeom prst="rect">
            <a:avLst/>
          </a:prstGeom>
          <a:solidFill>
            <a:schemeClr val="tx1"/>
          </a:solidFill>
        </p:spPr>
        <p:txBody>
          <a:bodyPr lIns="457200" tIns="91416" rIns="91416" bIns="91416"/>
          <a:lstStyle/>
          <a:p>
            <a:r>
              <a:rPr lang="en-US" sz="2799">
                <a:solidFill>
                  <a:schemeClr val="bg1"/>
                </a:solidFill>
              </a:rPr>
              <a:t>Overlay 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9028F3C-F527-4525-AE9D-319438BCAC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19664" y="2408199"/>
            <a:ext cx="3638550" cy="293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2000"/>
              <a:t>Click to enter image size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827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4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6756D2-E344-4990-9DEB-3ECE31982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46" y="1517904"/>
            <a:ext cx="10980212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7DFD3-64AA-4158-83EE-3BB5B5CAD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47" y="2542783"/>
            <a:ext cx="10980211" cy="15782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6364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5" r:id="rId6"/>
    <p:sldLayoutId id="2147484237" r:id="rId7"/>
  </p:sldLayoutIdLst>
  <p:hf hdr="0" dt="0"/>
  <p:txStyles>
    <p:titleStyle>
      <a:lvl1pPr algn="l" defTabSz="914126" rtl="0" eaLnBrk="1" latinLnBrk="0" hangingPunct="1">
        <a:lnSpc>
          <a:spcPct val="100000"/>
        </a:lnSpc>
        <a:spcBef>
          <a:spcPct val="0"/>
        </a:spcBef>
        <a:buNone/>
        <a:defRPr sz="27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31775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631825" indent="-173038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6756D2-E344-4990-9DEB-3ECE31982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46" y="1344168"/>
            <a:ext cx="6070035" cy="92354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enter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EFF35A-829B-4AB3-A2FA-785D3A778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4234" y="6401929"/>
            <a:ext cx="1264591" cy="457200"/>
          </a:xfrm>
          <a:prstGeom prst="rect">
            <a:avLst/>
          </a:prstGeom>
        </p:spPr>
        <p:txBody>
          <a:bodyPr vert="horz" lIns="0" tIns="0" rIns="182880" bIns="18288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19F85D4-6AC3-4CF9-A1A5-831DFC2C24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40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</p:sldLayoutIdLst>
  <p:hf hdr="0" ftr="0" dt="0"/>
  <p:txStyles>
    <p:titleStyle>
      <a:lvl1pPr algn="l" defTabSz="914126" rtl="0" eaLnBrk="1" latinLnBrk="0" hangingPunct="1">
        <a:lnSpc>
          <a:spcPct val="100000"/>
        </a:lnSpc>
        <a:spcBef>
          <a:spcPct val="0"/>
        </a:spcBef>
        <a:buNone/>
        <a:defRPr sz="27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indent="0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6756D2-E344-4990-9DEB-3ECE31982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81" y="457200"/>
            <a:ext cx="11198483" cy="3657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7DFD3-64AA-4158-83EE-3BB5B5CAD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2" y="1691640"/>
            <a:ext cx="11225908" cy="446954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8DA1E6-F92D-4563-8D9B-4B23C69F9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4234" y="6401929"/>
            <a:ext cx="1264591" cy="457200"/>
          </a:xfrm>
          <a:prstGeom prst="rect">
            <a:avLst/>
          </a:prstGeom>
        </p:spPr>
        <p:txBody>
          <a:bodyPr vert="horz" lIns="0" tIns="0" rIns="182880" bIns="18288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 defTabSz="914126" fontAlgn="auto">
              <a:spcBef>
                <a:spcPts val="0"/>
              </a:spcBef>
              <a:spcAft>
                <a:spcPts val="0"/>
              </a:spcAft>
            </a:pPr>
            <a:fld id="{F19F85D4-6AC3-4CF9-A1A5-831DFC2C241F}" type="slidenum">
              <a:rPr lang="en-US" smtClean="0">
                <a:solidFill>
                  <a:srgbClr val="000000"/>
                </a:solidFill>
                <a:latin typeface="Arial" panose="020B0604020202020204"/>
                <a:ea typeface="+mn-ea"/>
              </a:rPr>
              <a:pPr defTabSz="91412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Arial" panose="020B0604020202020204"/>
              <a:ea typeface="+mn-ea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10671101-ABFA-8D45-B8EF-6216E21BBD2B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1753" y="212082"/>
            <a:ext cx="447621" cy="69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943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4" r:id="rId1"/>
    <p:sldLayoutId id="2147484185" r:id="rId2"/>
    <p:sldLayoutId id="2147484186" r:id="rId3"/>
    <p:sldLayoutId id="2147484187" r:id="rId4"/>
    <p:sldLayoutId id="2147484188" r:id="rId5"/>
    <p:sldLayoutId id="2147484189" r:id="rId6"/>
    <p:sldLayoutId id="2147484190" r:id="rId7"/>
    <p:sldLayoutId id="2147484191" r:id="rId8"/>
    <p:sldLayoutId id="2147484192" r:id="rId9"/>
    <p:sldLayoutId id="2147484195" r:id="rId10"/>
    <p:sldLayoutId id="2147484196" r:id="rId11"/>
    <p:sldLayoutId id="2147484197" r:id="rId12"/>
    <p:sldLayoutId id="2147484236" r:id="rId13"/>
    <p:sldLayoutId id="2147484235" r:id="rId14"/>
    <p:sldLayoutId id="2147484198" r:id="rId15"/>
  </p:sldLayoutIdLst>
  <p:hf hdr="0" ftr="0" dt="0"/>
  <p:txStyles>
    <p:titleStyle>
      <a:lvl1pPr algn="l" defTabSz="914126" rtl="0" eaLnBrk="1" latinLnBrk="0" hangingPunct="1">
        <a:lnSpc>
          <a:spcPct val="100000"/>
        </a:lnSpc>
        <a:spcBef>
          <a:spcPct val="0"/>
        </a:spcBef>
        <a:buNone/>
        <a:defRPr sz="27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30188" algn="l" defTabSz="914126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–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631825" indent="-173038" algn="l" defTabSz="914126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6756D2-E344-4990-9DEB-3ECE31982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81" y="457200"/>
            <a:ext cx="11198483" cy="3657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7DFD3-64AA-4158-83EE-3BB5B5CAD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2" y="1691640"/>
            <a:ext cx="11198482" cy="43068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8DA1E6-F92D-4563-8D9B-4B23C69F9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4234" y="6401929"/>
            <a:ext cx="1264591" cy="457200"/>
          </a:xfrm>
          <a:prstGeom prst="rect">
            <a:avLst/>
          </a:prstGeom>
        </p:spPr>
        <p:txBody>
          <a:bodyPr vert="horz" lIns="0" tIns="0" rIns="182880" bIns="18288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 defTabSz="914126" fontAlgn="auto">
              <a:spcBef>
                <a:spcPts val="0"/>
              </a:spcBef>
              <a:spcAft>
                <a:spcPts val="0"/>
              </a:spcAft>
            </a:pPr>
            <a:fld id="{F19F85D4-6AC3-4CF9-A1A5-831DFC2C241F}" type="slidenum">
              <a:rPr lang="en-US" smtClean="0">
                <a:solidFill>
                  <a:srgbClr val="000000"/>
                </a:solidFill>
                <a:latin typeface="Arial" panose="020B0604020202020204"/>
                <a:ea typeface="+mn-ea"/>
              </a:rPr>
              <a:pPr defTabSz="91412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15648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0" r:id="rId1"/>
    <p:sldLayoutId id="2147484201" r:id="rId2"/>
    <p:sldLayoutId id="2147484202" r:id="rId3"/>
    <p:sldLayoutId id="2147484203" r:id="rId4"/>
    <p:sldLayoutId id="2147484204" r:id="rId5"/>
    <p:sldLayoutId id="2147484205" r:id="rId6"/>
    <p:sldLayoutId id="2147484206" r:id="rId7"/>
    <p:sldLayoutId id="2147484207" r:id="rId8"/>
    <p:sldLayoutId id="2147484208" r:id="rId9"/>
    <p:sldLayoutId id="2147484209" r:id="rId10"/>
  </p:sldLayoutIdLst>
  <p:hf hdr="0" ftr="0" dt="0"/>
  <p:txStyles>
    <p:titleStyle>
      <a:lvl1pPr algn="l" defTabSz="914126" rtl="0" eaLnBrk="1" latinLnBrk="0" hangingPunct="1">
        <a:lnSpc>
          <a:spcPct val="100000"/>
        </a:lnSpc>
        <a:spcBef>
          <a:spcPct val="0"/>
        </a:spcBef>
        <a:buNone/>
        <a:defRPr sz="27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30188" algn="l" defTabSz="914126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–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631825" indent="-173038" algn="l" defTabSz="914126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6756D2-E344-4990-9DEB-3ECE31982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81" y="457200"/>
            <a:ext cx="4479393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enter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7DFD3-64AA-4158-83EE-3BB5B5CAD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2" y="1413895"/>
            <a:ext cx="4479393" cy="15782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88255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1" r:id="rId1"/>
    <p:sldLayoutId id="2147484212" r:id="rId2"/>
    <p:sldLayoutId id="2147484213" r:id="rId3"/>
    <p:sldLayoutId id="2147484214" r:id="rId4"/>
    <p:sldLayoutId id="2147484215" r:id="rId5"/>
    <p:sldLayoutId id="2147484216" r:id="rId6"/>
    <p:sldLayoutId id="2147484217" r:id="rId7"/>
    <p:sldLayoutId id="2147484218" r:id="rId8"/>
    <p:sldLayoutId id="2147484219" r:id="rId9"/>
    <p:sldLayoutId id="2147484220" r:id="rId10"/>
    <p:sldLayoutId id="2147484221" r:id="rId11"/>
    <p:sldLayoutId id="2147484222" r:id="rId12"/>
    <p:sldLayoutId id="2147484223" r:id="rId13"/>
    <p:sldLayoutId id="2147484224" r:id="rId14"/>
    <p:sldLayoutId id="2147484225" r:id="rId15"/>
  </p:sldLayoutIdLst>
  <p:hf hdr="0" ftr="0" dt="0"/>
  <p:txStyles>
    <p:titleStyle>
      <a:lvl1pPr algn="l" defTabSz="914126" rtl="0" eaLnBrk="1" latinLnBrk="0" hangingPunct="1">
        <a:lnSpc>
          <a:spcPct val="100000"/>
        </a:lnSpc>
        <a:spcBef>
          <a:spcPct val="0"/>
        </a:spcBef>
        <a:buNone/>
        <a:defRPr sz="27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30188" algn="l" defTabSz="914126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–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631825" indent="-173038" algn="l" defTabSz="914126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6756D2-E344-4990-9DEB-3ECE31982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260" y="1243584"/>
            <a:ext cx="5521538" cy="76809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CB6C62-CAD2-4608-A684-F81B21140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4234" y="6401928"/>
            <a:ext cx="1264591" cy="457200"/>
          </a:xfrm>
          <a:prstGeom prst="rect">
            <a:avLst/>
          </a:prstGeom>
        </p:spPr>
        <p:txBody>
          <a:bodyPr vert="horz" lIns="0" tIns="0" rIns="182880" bIns="18288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19F85D4-6AC3-4CF9-A1A5-831DFC2C24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106FD-E1BB-42F3-AFC3-D6ACEC545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00800"/>
            <a:ext cx="1581912" cy="457200"/>
          </a:xfrm>
          <a:prstGeom prst="rect">
            <a:avLst/>
          </a:prstGeom>
        </p:spPr>
        <p:txBody>
          <a:bodyPr vert="horz" lIns="182880" tIns="0" rIns="0" bIns="182880" rtlCol="0" anchor="b" anchorCtr="0"/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r>
              <a:rPr lang="en-US"/>
              <a:t>ZEBRA TECHNOLOGIES</a:t>
            </a:r>
          </a:p>
        </p:txBody>
      </p:sp>
    </p:spTree>
    <p:extLst>
      <p:ext uri="{BB962C8B-B14F-4D97-AF65-F5344CB8AC3E}">
        <p14:creationId xmlns:p14="http://schemas.microsoft.com/office/powerpoint/2010/main" val="111327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6" r:id="rId3"/>
    <p:sldLayoutId id="2147484107" r:id="rId4"/>
    <p:sldLayoutId id="2147484177" r:id="rId5"/>
  </p:sldLayoutIdLst>
  <p:hf hdr="0" dt="0"/>
  <p:txStyles>
    <p:titleStyle>
      <a:lvl1pPr algn="l" defTabSz="914126" rtl="0" eaLnBrk="1" latinLnBrk="0" hangingPunct="1">
        <a:lnSpc>
          <a:spcPct val="100000"/>
        </a:lnSpc>
        <a:spcBef>
          <a:spcPct val="0"/>
        </a:spcBef>
        <a:buNone/>
        <a:defRPr sz="49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indent="0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F20DCA7-7F25-4016-A85F-017C8645D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4234" y="6401929"/>
            <a:ext cx="1264591" cy="457200"/>
          </a:xfrm>
          <a:prstGeom prst="rect">
            <a:avLst/>
          </a:prstGeom>
        </p:spPr>
        <p:txBody>
          <a:bodyPr vert="horz" lIns="0" tIns="0" rIns="182880" bIns="18288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 defTabSz="914126" fontAlgn="auto">
              <a:spcBef>
                <a:spcPts val="0"/>
              </a:spcBef>
              <a:spcAft>
                <a:spcPts val="0"/>
              </a:spcAft>
            </a:pPr>
            <a:fld id="{F19F85D4-6AC3-4CF9-A1A5-831DFC2C241F}" type="slidenum">
              <a:rPr lang="en-US" smtClean="0">
                <a:solidFill>
                  <a:srgbClr val="000000"/>
                </a:solidFill>
                <a:latin typeface="Arial" panose="020B0604020202020204"/>
                <a:ea typeface="+mn-ea"/>
              </a:rPr>
              <a:pPr defTabSz="91412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74574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229" r:id="rId2"/>
    <p:sldLayoutId id="2147484015" r:id="rId3"/>
  </p:sldLayoutIdLst>
  <p:hf hd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10.225.32.30/WebScanner/WebScaner.html" TargetMode="Externa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2938BFD-8960-4FA4-847A-15D5F454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591" y="1759974"/>
            <a:ext cx="8587789" cy="1733034"/>
          </a:xfrm>
        </p:spPr>
        <p:txBody>
          <a:bodyPr/>
          <a:lstStyle/>
          <a:p>
            <a:r>
              <a:rPr lang="en-US" sz="4400" dirty="0"/>
              <a:t>Self Describing Scanner &amp; Enhanced OBE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B7C4A73-969F-4454-A53E-173C2B00CE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3340" y="4378944"/>
            <a:ext cx="3831001" cy="84709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2400" dirty="0"/>
              <a:t>R.M.T.N.K Rathnayaka</a:t>
            </a:r>
          </a:p>
          <a:p>
            <a:r>
              <a:rPr lang="en-US" dirty="0"/>
              <a:t>01 Nov 2024</a:t>
            </a:r>
            <a:endParaRPr lang="en-US" dirty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F995E-BADD-4591-ACA3-170A371FB43B}"/>
              </a:ext>
            </a:extLst>
          </p:cNvPr>
          <p:cNvSpPr txBox="1">
            <a:spLocks/>
          </p:cNvSpPr>
          <p:nvPr/>
        </p:nvSpPr>
        <p:spPr>
          <a:xfrm>
            <a:off x="603250" y="3493008"/>
            <a:ext cx="2881313" cy="333375"/>
          </a:xfrm>
          <a:prstGeom prst="rect">
            <a:avLst/>
          </a:prstGeom>
        </p:spPr>
        <p:txBody>
          <a:bodyPr/>
          <a:lstStyle>
            <a:lvl1pPr marL="228531" indent="-228531" algn="l" defTabSz="914126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31775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1825" indent="-173038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76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816275-516A-910F-48F5-E8DFF3F75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458" y="749431"/>
            <a:ext cx="11225908" cy="365760"/>
          </a:xfrm>
        </p:spPr>
        <p:txBody>
          <a:bodyPr/>
          <a:lstStyle/>
          <a:p>
            <a:r>
              <a:rPr lang="en-US" dirty="0"/>
              <a:t>What is a Self Describing Scanner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A4A2CF-C46F-3B80-DF63-5D03D0D33BCB}"/>
              </a:ext>
            </a:extLst>
          </p:cNvPr>
          <p:cNvSpPr txBox="1"/>
          <p:nvPr/>
        </p:nvSpPr>
        <p:spPr>
          <a:xfrm>
            <a:off x="690514" y="216260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Zebra Web Scanner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940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816275-516A-910F-48F5-E8DFF3F75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458" y="749431"/>
            <a:ext cx="11225908" cy="365760"/>
          </a:xfrm>
        </p:spPr>
        <p:txBody>
          <a:bodyPr/>
          <a:lstStyle/>
          <a:p>
            <a:r>
              <a:rPr lang="en-US" dirty="0"/>
              <a:t>Preposed Solution</a:t>
            </a:r>
          </a:p>
        </p:txBody>
      </p:sp>
    </p:spTree>
    <p:extLst>
      <p:ext uri="{BB962C8B-B14F-4D97-AF65-F5344CB8AC3E}">
        <p14:creationId xmlns:p14="http://schemas.microsoft.com/office/powerpoint/2010/main" val="696898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80821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SYNC_CONTAIN_GUIDS" val="TRUE"/>
</p:tagLst>
</file>

<file path=ppt/theme/theme1.xml><?xml version="1.0" encoding="utf-8"?>
<a:theme xmlns:a="http://schemas.openxmlformats.org/drawingml/2006/main" name="Covers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73FF"/>
      </a:accent1>
      <a:accent2>
        <a:srgbClr val="78D64B"/>
      </a:accent2>
      <a:accent3>
        <a:srgbClr val="F6BE00"/>
      </a:accent3>
      <a:accent4>
        <a:srgbClr val="1E22A4"/>
      </a:accent4>
      <a:accent5>
        <a:srgbClr val="999999"/>
      </a:accent5>
      <a:accent6>
        <a:srgbClr val="CCCCCC"/>
      </a:accent6>
      <a:hlink>
        <a:srgbClr val="0073E6"/>
      </a:hlink>
      <a:folHlink>
        <a:srgbClr val="0073E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ebra Brand 2018" id="{E96D0336-64F4-40BE-9D72-3FBD15FE7079}" vid="{A2C078C6-B58F-42F6-BD8F-52CE43ADA5B9}"/>
    </a:ext>
  </a:extLst>
</a:theme>
</file>

<file path=ppt/theme/theme2.xml><?xml version="1.0" encoding="utf-8"?>
<a:theme xmlns:a="http://schemas.openxmlformats.org/drawingml/2006/main" name="Dividers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A7FF"/>
      </a:accent1>
      <a:accent2>
        <a:srgbClr val="78D64B"/>
      </a:accent2>
      <a:accent3>
        <a:srgbClr val="F6BE00"/>
      </a:accent3>
      <a:accent4>
        <a:srgbClr val="0073E6"/>
      </a:accent4>
      <a:accent5>
        <a:srgbClr val="999999"/>
      </a:accent5>
      <a:accent6>
        <a:srgbClr val="CCCCCC"/>
      </a:accent6>
      <a:hlink>
        <a:srgbClr val="0073E6"/>
      </a:hlink>
      <a:folHlink>
        <a:srgbClr val="0073E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ebra Brand 2018" id="{E96D0336-64F4-40BE-9D72-3FBD15FE7079}" vid="{A2C078C6-B58F-42F6-BD8F-52CE43ADA5B9}"/>
    </a:ext>
  </a:extLst>
</a:theme>
</file>

<file path=ppt/theme/theme3.xml><?xml version="1.0" encoding="utf-8"?>
<a:theme xmlns:a="http://schemas.openxmlformats.org/drawingml/2006/main" name="Content Basic 1 column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73FF"/>
      </a:accent1>
      <a:accent2>
        <a:srgbClr val="78D64B"/>
      </a:accent2>
      <a:accent3>
        <a:srgbClr val="F6BE00"/>
      </a:accent3>
      <a:accent4>
        <a:srgbClr val="1E22A4"/>
      </a:accent4>
      <a:accent5>
        <a:srgbClr val="999999"/>
      </a:accent5>
      <a:accent6>
        <a:srgbClr val="CCCCCC"/>
      </a:accent6>
      <a:hlink>
        <a:srgbClr val="0073E6"/>
      </a:hlink>
      <a:folHlink>
        <a:srgbClr val="0073E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ebra Brand 2018" id="{E96D0336-64F4-40BE-9D72-3FBD15FE7079}" vid="{A2C078C6-B58F-42F6-BD8F-52CE43ADA5B9}"/>
    </a:ext>
  </a:extLst>
</a:theme>
</file>

<file path=ppt/theme/theme4.xml><?xml version="1.0" encoding="utf-8"?>
<a:theme xmlns:a="http://schemas.openxmlformats.org/drawingml/2006/main" name="Content Basic 2 colum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73FF"/>
      </a:accent1>
      <a:accent2>
        <a:srgbClr val="78D64B"/>
      </a:accent2>
      <a:accent3>
        <a:srgbClr val="F6BE00"/>
      </a:accent3>
      <a:accent4>
        <a:srgbClr val="1E22A4"/>
      </a:accent4>
      <a:accent5>
        <a:srgbClr val="999999"/>
      </a:accent5>
      <a:accent6>
        <a:srgbClr val="CCCCCC"/>
      </a:accent6>
      <a:hlink>
        <a:srgbClr val="0073E6"/>
      </a:hlink>
      <a:folHlink>
        <a:srgbClr val="0073E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ebra Brand 2018" id="{E96D0336-64F4-40BE-9D72-3FBD15FE7079}" vid="{A2C078C6-B58F-42F6-BD8F-52CE43ADA5B9}"/>
    </a:ext>
  </a:extLst>
</a:theme>
</file>

<file path=ppt/theme/theme5.xml><?xml version="1.0" encoding="utf-8"?>
<a:theme xmlns:a="http://schemas.openxmlformats.org/drawingml/2006/main" name="Content with Images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73FF"/>
      </a:accent1>
      <a:accent2>
        <a:srgbClr val="78D64B"/>
      </a:accent2>
      <a:accent3>
        <a:srgbClr val="F6BE00"/>
      </a:accent3>
      <a:accent4>
        <a:srgbClr val="1E22A4"/>
      </a:accent4>
      <a:accent5>
        <a:srgbClr val="999999"/>
      </a:accent5>
      <a:accent6>
        <a:srgbClr val="CCCCCC"/>
      </a:accent6>
      <a:hlink>
        <a:srgbClr val="0073E6"/>
      </a:hlink>
      <a:folHlink>
        <a:srgbClr val="0073E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ebra Brand 2018" id="{E96D0336-64F4-40BE-9D72-3FBD15FE7079}" vid="{A2C078C6-B58F-42F6-BD8F-52CE43ADA5B9}"/>
    </a:ext>
  </a:extLst>
</a:theme>
</file>

<file path=ppt/theme/theme6.xml><?xml version="1.0" encoding="utf-8"?>
<a:theme xmlns:a="http://schemas.openxmlformats.org/drawingml/2006/main" name="End Slides">
  <a:themeElements>
    <a:clrScheme name="Zebra Theme April 20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A7FF"/>
      </a:accent1>
      <a:accent2>
        <a:srgbClr val="78D64B"/>
      </a:accent2>
      <a:accent3>
        <a:srgbClr val="F6BE00"/>
      </a:accent3>
      <a:accent4>
        <a:srgbClr val="1E22AA"/>
      </a:accent4>
      <a:accent5>
        <a:srgbClr val="999999"/>
      </a:accent5>
      <a:accent6>
        <a:srgbClr val="CCCCCC"/>
      </a:accent6>
      <a:hlink>
        <a:srgbClr val="00A7FF"/>
      </a:hlink>
      <a:folHlink>
        <a:srgbClr val="00A7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ebra Brand 2018" id="{E96D0336-64F4-40BE-9D72-3FBD15FE7079}" vid="{A2C078C6-B58F-42F6-BD8F-52CE43ADA5B9}"/>
    </a:ext>
  </a:extLst>
</a:theme>
</file>

<file path=ppt/theme/theme7.xml><?xml version="1.0" encoding="utf-8"?>
<a:theme xmlns:a="http://schemas.openxmlformats.org/drawingml/2006/main" name="FOR BRAND USE ONLY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73FF"/>
      </a:accent1>
      <a:accent2>
        <a:srgbClr val="78D64B"/>
      </a:accent2>
      <a:accent3>
        <a:srgbClr val="F6BE00"/>
      </a:accent3>
      <a:accent4>
        <a:srgbClr val="1E22A4"/>
      </a:accent4>
      <a:accent5>
        <a:srgbClr val="999999"/>
      </a:accent5>
      <a:accent6>
        <a:srgbClr val="CCCCCC"/>
      </a:accent6>
      <a:hlink>
        <a:srgbClr val="0073E6"/>
      </a:hlink>
      <a:folHlink>
        <a:srgbClr val="0073E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6437387A0D2340B8ED78FE51D7807A" ma:contentTypeVersion="165" ma:contentTypeDescription="Create a new document." ma:contentTypeScope="" ma:versionID="60e097c8c6c684a4e81eb7251290a48e">
  <xsd:schema xmlns:xsd="http://www.w3.org/2001/XMLSchema" xmlns:xs="http://www.w3.org/2001/XMLSchema" xmlns:p="http://schemas.microsoft.com/office/2006/metadata/properties" xmlns:ns2="017ba2d3-b1af-4afe-9a7f-29a03b5a1237" xmlns:ns3="06c7bfd9-be68-4af2-8f07-68dcc0499dd3" targetNamespace="http://schemas.microsoft.com/office/2006/metadata/properties" ma:root="true" ma:fieldsID="89e327a1e50306de12f51ca37c6652ce" ns2:_="" ns3:_="">
    <xsd:import namespace="017ba2d3-b1af-4afe-9a7f-29a03b5a1237"/>
    <xsd:import namespace="06c7bfd9-be68-4af2-8f07-68dcc0499dd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2:SharedWithUsers" minOccurs="0"/>
                <xsd:element ref="ns2:SharedWithDetails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7ba2d3-b1af-4afe-9a7f-29a03b5a1237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ee9173cb-48c4-412d-ad7b-b0d34fdee0d5}" ma:internalName="TaxCatchAll" ma:showField="CatchAllData" ma:web="017ba2d3-b1af-4afe-9a7f-29a03b5a12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7bfd9-be68-4af2-8f07-68dcc0499d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4d1b9f02-2e42-4fff-9a04-4fa9bed0f11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17ba2d3-b1af-4afe-9a7f-29a03b5a1237">
      <UserInfo>
        <DisplayName>Ponce, Sandra</DisplayName>
        <AccountId>1285</AccountId>
        <AccountType/>
      </UserInfo>
      <UserInfo>
        <DisplayName>Pastor, Victor</DisplayName>
        <AccountId>4688</AccountId>
        <AccountType/>
      </UserInfo>
      <UserInfo>
        <DisplayName>Pithers, Claire</DisplayName>
        <AccountId>1456</AccountId>
        <AccountType/>
      </UserInfo>
      <UserInfo>
        <DisplayName>O'donnell, David</DisplayName>
        <AccountId>5475</AccountId>
        <AccountType/>
      </UserInfo>
      <UserInfo>
        <DisplayName>Hilliard, Amy</DisplayName>
        <AccountId>1871</AccountId>
        <AccountType/>
      </UserInfo>
      <UserInfo>
        <DisplayName>Dombach, Daniel</DisplayName>
        <AccountId>2993</AccountId>
        <AccountType/>
      </UserInfo>
      <UserInfo>
        <DisplayName>Joyce, Kelly</DisplayName>
        <AccountId>1922</AccountId>
        <AccountType/>
      </UserInfo>
      <UserInfo>
        <DisplayName>TIMMAN, MITCHEL</DisplayName>
        <AccountId>694</AccountId>
        <AccountType/>
      </UserInfo>
      <UserInfo>
        <DisplayName>Lagescarde, Frederique</DisplayName>
        <AccountId>4782</AccountId>
        <AccountType/>
      </UserInfo>
      <UserInfo>
        <DisplayName>Caballeros,Gina</DisplayName>
        <AccountId>102</AccountId>
        <AccountType/>
      </UserInfo>
      <UserInfo>
        <DisplayName>Parmegiani, Cristina</DisplayName>
        <AccountId>840</AccountId>
        <AccountType/>
      </UserInfo>
    </SharedWithUsers>
    <lcf76f155ced4ddcb4097134ff3c332f xmlns="06c7bfd9-be68-4af2-8f07-68dcc0499dd3">
      <Terms xmlns="http://schemas.microsoft.com/office/infopath/2007/PartnerControls"/>
    </lcf76f155ced4ddcb4097134ff3c332f>
    <TaxCatchAll xmlns="017ba2d3-b1af-4afe-9a7f-29a03b5a1237" xsi:nil="true"/>
    <_dlc_DocId xmlns="017ba2d3-b1af-4afe-9a7f-29a03b5a1237">4XTDRR6REWEH-1629301068-126125</_dlc_DocId>
    <_dlc_DocIdUrl xmlns="017ba2d3-b1af-4afe-9a7f-29a03b5a1237">
      <Url>https://zebra.sharepoint.com/sites/dcs/PD/SW/_layouts/15/DocIdRedir.aspx?ID=4XTDRR6REWEH-1629301068-126125</Url>
      <Description>4XTDRR6REWEH-1629301068-126125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73AC6ED9-3B89-44EB-ADAE-6CBCD00DA2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7ba2d3-b1af-4afe-9a7f-29a03b5a1237"/>
    <ds:schemaRef ds:uri="06c7bfd9-be68-4af2-8f07-68dcc0499d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4A789AF-1536-4A3C-859D-EA9D4247A762}">
  <ds:schemaRefs>
    <ds:schemaRef ds:uri="017ba2d3-b1af-4afe-9a7f-29a03b5a1237"/>
    <ds:schemaRef ds:uri="06c7bfd9-be68-4af2-8f07-68dcc0499dd3"/>
    <ds:schemaRef ds:uri="1ff14a81-7b1c-40f9-a77b-de1837a8e9cb"/>
    <ds:schemaRef ds:uri="f2804646-0c42-48e6-b1fb-62ad9faf6b9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B844C28-E65C-427C-A6DE-A988920E8483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491B081F-477A-4161-9455-5BED708D3544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1144</TotalTime>
  <Words>30</Words>
  <Application>Microsoft Office PowerPoint</Application>
  <PresentationFormat>Custom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MS PGothic</vt:lpstr>
      <vt:lpstr>MS PGothic</vt:lpstr>
      <vt:lpstr>Arial</vt:lpstr>
      <vt:lpstr>Calibri</vt:lpstr>
      <vt:lpstr>Covers</vt:lpstr>
      <vt:lpstr>Dividers</vt:lpstr>
      <vt:lpstr>Content Basic 1 column</vt:lpstr>
      <vt:lpstr>Content Basic 2 column</vt:lpstr>
      <vt:lpstr>Content with Images</vt:lpstr>
      <vt:lpstr>End Slides</vt:lpstr>
      <vt:lpstr>FOR BRAND USE ONLY</vt:lpstr>
      <vt:lpstr>Self Describing Scanner &amp; Enhanced OBE</vt:lpstr>
      <vt:lpstr>What is a Self Describing Scanner</vt:lpstr>
      <vt:lpstr>Preposed Solution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Zebra Technologies</dc:creator>
  <cp:keywords>Zebra</cp:keywords>
  <dc:description/>
  <cp:lastModifiedBy>Rathnayaka, Tharindu</cp:lastModifiedBy>
  <cp:revision>11</cp:revision>
  <cp:lastPrinted>2017-02-06T15:53:43Z</cp:lastPrinted>
  <dcterms:created xsi:type="dcterms:W3CDTF">2015-05-18T18:27:32Z</dcterms:created>
  <dcterms:modified xsi:type="dcterms:W3CDTF">2024-10-03T04:51:00Z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Jive_LatestUserAccountName">
    <vt:lpwstr>MJKR87</vt:lpwstr>
  </property>
  <property fmtid="{D5CDD505-2E9C-101B-9397-08002B2CF9AE}" pid="3" name="Jive_VersionGuid">
    <vt:lpwstr>a759ce4afa7b412b8f56064706434417</vt:lpwstr>
  </property>
  <property fmtid="{D5CDD505-2E9C-101B-9397-08002B2CF9AE}" pid="4" name="Offisync_ProviderInitializationData">
    <vt:lpwstr>https://converge.motorolasolutions.com/</vt:lpwstr>
  </property>
  <property fmtid="{D5CDD505-2E9C-101B-9397-08002B2CF9AE}" pid="5" name="Offisync_UpdateToken">
    <vt:lpwstr>19</vt:lpwstr>
  </property>
  <property fmtid="{D5CDD505-2E9C-101B-9397-08002B2CF9AE}" pid="6" name="Offisync_UniqueId">
    <vt:lpwstr>11173</vt:lpwstr>
  </property>
  <property fmtid="{D5CDD505-2E9C-101B-9397-08002B2CF9AE}" pid="7" name="Offisync_ServerID">
    <vt:lpwstr>39a82eb6-1e4f-428c-8f1d-2c845380d46e</vt:lpwstr>
  </property>
  <property fmtid="{D5CDD505-2E9C-101B-9397-08002B2CF9AE}" pid="8" name="Jive_ModifiedButNotPublished">
    <vt:lpwstr>True</vt:lpwstr>
  </property>
  <property fmtid="{D5CDD505-2E9C-101B-9397-08002B2CF9AE}" pid="9" name="Jive_PrevVersionNumber">
    <vt:lpwstr>18</vt:lpwstr>
  </property>
  <property fmtid="{D5CDD505-2E9C-101B-9397-08002B2CF9AE}" pid="10" name="Jive_VersionGuid_v2.5">
    <vt:lpwstr>b9e2730569124030957a3451e80ce56d</vt:lpwstr>
  </property>
  <property fmtid="{D5CDD505-2E9C-101B-9397-08002B2CF9AE}" pid="11" name="Jive_LatestFileFullName">
    <vt:lpwstr>a8a41b6573493e2f413a80f93a1cdfc8</vt:lpwstr>
  </property>
  <property fmtid="{D5CDD505-2E9C-101B-9397-08002B2CF9AE}" pid="12" name="ContentTypeId">
    <vt:lpwstr>0x010100A36437387A0D2340B8ED78FE51D7807A</vt:lpwstr>
  </property>
  <property fmtid="{D5CDD505-2E9C-101B-9397-08002B2CF9AE}" pid="13" name="MediaServiceImageTags">
    <vt:lpwstr/>
  </property>
  <property fmtid="{D5CDD505-2E9C-101B-9397-08002B2CF9AE}" pid="14" name="_dlc_DocIdItemGuid">
    <vt:lpwstr>7d2c4d26-7a67-4e92-86ee-dd24b5732532</vt:lpwstr>
  </property>
</Properties>
</file>